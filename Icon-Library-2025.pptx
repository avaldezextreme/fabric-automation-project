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833" r:id="rId4"/>
  </p:sldMasterIdLst>
  <p:notesMasterIdLst>
    <p:notesMasterId r:id="rId28"/>
  </p:notesMasterIdLst>
  <p:sldIdLst>
    <p:sldId id="304" r:id="rId5"/>
    <p:sldId id="314" r:id="rId6"/>
    <p:sldId id="335" r:id="rId7"/>
    <p:sldId id="336" r:id="rId8"/>
    <p:sldId id="337" r:id="rId9"/>
    <p:sldId id="338" r:id="rId10"/>
    <p:sldId id="339" r:id="rId11"/>
    <p:sldId id="340" r:id="rId12"/>
    <p:sldId id="316" r:id="rId13"/>
    <p:sldId id="282" r:id="rId14"/>
    <p:sldId id="317" r:id="rId15"/>
    <p:sldId id="305" r:id="rId16"/>
    <p:sldId id="318" r:id="rId17"/>
    <p:sldId id="341" r:id="rId18"/>
    <p:sldId id="320" r:id="rId19"/>
    <p:sldId id="342" r:id="rId20"/>
    <p:sldId id="343" r:id="rId21"/>
    <p:sldId id="344" r:id="rId22"/>
    <p:sldId id="345" r:id="rId23"/>
    <p:sldId id="321" r:id="rId24"/>
    <p:sldId id="309" r:id="rId25"/>
    <p:sldId id="346" r:id="rId26"/>
    <p:sldId id="347" r:id="rId27"/>
  </p:sldIdLst>
  <p:sldSz cx="12192000" cy="6858000"/>
  <p:notesSz cx="6858000" cy="9144000"/>
  <p:embeddedFontLst>
    <p:embeddedFont>
      <p:font typeface="DM Sans" pitchFamily="2" charset="77"/>
      <p:regular r:id="rId29"/>
      <p:bold r:id="rId30"/>
      <p:italic r:id="rId31"/>
      <p:boldItalic r:id="rId32"/>
    </p:embeddedFont>
    <p:embeddedFont>
      <p:font typeface="DM Sans 14pt" pitchFamily="2" charset="77"/>
      <p:regular r:id="rId33"/>
      <p:bold r:id="rId34"/>
      <p:italic r:id="rId35"/>
      <p:boldItalic r:id="rId36"/>
    </p:embeddedFont>
    <p:embeddedFont>
      <p:font typeface="Montserrat" pitchFamily="2" charset="77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1B7D75-9B44-A84E-975F-5F539E5F8CDC}" v="108" dt="2025-07-16T19:22:38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3" d="100"/>
          <a:sy n="103" d="100"/>
        </p:scale>
        <p:origin x="1344" y="472"/>
      </p:cViewPr>
      <p:guideLst>
        <p:guide orient="horz" pos="20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a Carbone" userId="S::tcarbone@extremenetworks.com::30e01844-d45a-4bfc-8d83-3806849e6658" providerId="AD" clId="Web-{34CC42CA-3AEF-4432-F275-EB94DB6A90F2}"/>
    <pc:docChg chg="modSld">
      <pc:chgData name="Tiana Carbone" userId="S::tcarbone@extremenetworks.com::30e01844-d45a-4bfc-8d83-3806849e6658" providerId="AD" clId="Web-{34CC42CA-3AEF-4432-F275-EB94DB6A90F2}" dt="2025-07-14T15:42:50.825" v="600"/>
      <pc:docMkLst>
        <pc:docMk/>
      </pc:docMkLst>
      <pc:sldChg chg="addSp delSp modSp">
        <pc:chgData name="Tiana Carbone" userId="S::tcarbone@extremenetworks.com::30e01844-d45a-4bfc-8d83-3806849e6658" providerId="AD" clId="Web-{34CC42CA-3AEF-4432-F275-EB94DB6A90F2}" dt="2025-07-14T15:42:07.699" v="589"/>
        <pc:sldMkLst>
          <pc:docMk/>
          <pc:sldMk cId="3411719721" sldId="303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3:31.675" v="423"/>
        <pc:sldMkLst>
          <pc:docMk/>
          <pc:sldMk cId="2837340719" sldId="305"/>
        </pc:sldMkLst>
        <pc:spChg chg="mod">
          <ac:chgData name="Tiana Carbone" userId="S::tcarbone@extremenetworks.com::30e01844-d45a-4bfc-8d83-3806849e6658" providerId="AD" clId="Web-{34CC42CA-3AEF-4432-F275-EB94DB6A90F2}" dt="2025-07-14T15:33:30.784" v="421" actId="20577"/>
          <ac:spMkLst>
            <pc:docMk/>
            <pc:sldMk cId="2837340719" sldId="305"/>
            <ac:spMk id="5" creationId="{54D2FA7F-0D20-A749-ADBB-2978C816B96F}"/>
          </ac:spMkLst>
        </pc:spChg>
        <pc:spChg chg="mod">
          <ac:chgData name="Tiana Carbone" userId="S::tcarbone@extremenetworks.com::30e01844-d45a-4bfc-8d83-3806849e6658" providerId="AD" clId="Web-{34CC42CA-3AEF-4432-F275-EB94DB6A90F2}" dt="2025-07-14T15:33:11.675" v="400" actId="20577"/>
          <ac:spMkLst>
            <pc:docMk/>
            <pc:sldMk cId="2837340719" sldId="305"/>
            <ac:spMk id="8" creationId="{B006CB1F-7D21-FD45-A3CA-3F7D6306E3EF}"/>
          </ac:spMkLst>
        </pc:spChg>
        <pc:spChg chg="mod">
          <ac:chgData name="Tiana Carbone" userId="S::tcarbone@extremenetworks.com::30e01844-d45a-4bfc-8d83-3806849e6658" providerId="AD" clId="Web-{34CC42CA-3AEF-4432-F275-EB94DB6A90F2}" dt="2025-07-14T15:33:12.893" v="401" actId="20577"/>
          <ac:spMkLst>
            <pc:docMk/>
            <pc:sldMk cId="2837340719" sldId="305"/>
            <ac:spMk id="9" creationId="{3112E190-A1F8-0242-BDED-5BD302863496}"/>
          </ac:spMkLst>
        </pc:spChg>
        <pc:spChg chg="mod">
          <ac:chgData name="Tiana Carbone" userId="S::tcarbone@extremenetworks.com::30e01844-d45a-4bfc-8d83-3806849e6658" providerId="AD" clId="Web-{34CC42CA-3AEF-4432-F275-EB94DB6A90F2}" dt="2025-07-14T15:33:17.706" v="404" actId="20577"/>
          <ac:spMkLst>
            <pc:docMk/>
            <pc:sldMk cId="2837340719" sldId="305"/>
            <ac:spMk id="10" creationId="{BB89CA4D-D185-BE45-9E05-0AF977026578}"/>
          </ac:spMkLst>
        </pc:spChg>
        <pc:spChg chg="mod">
          <ac:chgData name="Tiana Carbone" userId="S::tcarbone@extremenetworks.com::30e01844-d45a-4bfc-8d83-3806849e6658" providerId="AD" clId="Web-{34CC42CA-3AEF-4432-F275-EB94DB6A90F2}" dt="2025-07-14T15:33:22.643" v="413" actId="20577"/>
          <ac:spMkLst>
            <pc:docMk/>
            <pc:sldMk cId="2837340719" sldId="305"/>
            <ac:spMk id="11" creationId="{EF4122C5-6528-BA45-BC53-819DA24EE038}"/>
          </ac:spMkLst>
        </pc:spChg>
      </pc:sldChg>
      <pc:sldChg chg="addSp delSp modSp">
        <pc:chgData name="Tiana Carbone" userId="S::tcarbone@extremenetworks.com::30e01844-d45a-4bfc-8d83-3806849e6658" providerId="AD" clId="Web-{34CC42CA-3AEF-4432-F275-EB94DB6A90F2}" dt="2025-07-14T15:33:04.768" v="395"/>
        <pc:sldMkLst>
          <pc:docMk/>
          <pc:sldMk cId="160480135" sldId="306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2:32.127" v="362"/>
        <pc:sldMkLst>
          <pc:docMk/>
          <pc:sldMk cId="3442467081" sldId="308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27:14.293" v="81"/>
        <pc:sldMkLst>
          <pc:docMk/>
          <pc:sldMk cId="874588602" sldId="310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42:31.653" v="596"/>
        <pc:sldMkLst>
          <pc:docMk/>
          <pc:sldMk cId="3419563767" sldId="311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6:39.053" v="562"/>
        <pc:sldMkLst>
          <pc:docMk/>
          <pc:sldMk cId="2539263554" sldId="312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6:03.084" v="537"/>
        <pc:sldMkLst>
          <pc:docMk/>
          <pc:sldMk cId="2068130573" sldId="313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1:09.876" v="285"/>
        <pc:sldMkLst>
          <pc:docMk/>
          <pc:sldMk cId="2923819297" sldId="324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1:34.688" v="305" actId="20577"/>
        <pc:sldMkLst>
          <pc:docMk/>
          <pc:sldMk cId="2150358765" sldId="325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0:16.078" v="234"/>
        <pc:sldMkLst>
          <pc:docMk/>
          <pc:sldMk cId="348058029" sldId="326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42:50.825" v="600"/>
        <pc:sldMkLst>
          <pc:docMk/>
          <pc:sldMk cId="734054944" sldId="327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26:16.527" v="8"/>
        <pc:sldMkLst>
          <pc:docMk/>
          <pc:sldMk cId="913154023" sldId="328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5:32.677" v="530" actId="20577"/>
        <pc:sldMkLst>
          <pc:docMk/>
          <pc:sldMk cId="2752188047" sldId="329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34:30.848" v="472"/>
        <pc:sldMkLst>
          <pc:docMk/>
          <pc:sldMk cId="1054819845" sldId="330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29:11.577" v="174"/>
        <pc:sldMkLst>
          <pc:docMk/>
          <pc:sldMk cId="1597933109" sldId="331"/>
        </pc:sldMkLst>
      </pc:sldChg>
      <pc:sldChg chg="addSp delSp modSp">
        <pc:chgData name="Tiana Carbone" userId="S::tcarbone@extremenetworks.com::30e01844-d45a-4bfc-8d83-3806849e6658" providerId="AD" clId="Web-{34CC42CA-3AEF-4432-F275-EB94DB6A90F2}" dt="2025-07-14T15:27:53.794" v="109" actId="20577"/>
        <pc:sldMkLst>
          <pc:docMk/>
          <pc:sldMk cId="2391655227" sldId="332"/>
        </pc:sldMkLst>
      </pc:sldChg>
      <pc:sldChg chg="delSp">
        <pc:chgData name="Tiana Carbone" userId="S::tcarbone@extremenetworks.com::30e01844-d45a-4bfc-8d83-3806849e6658" providerId="AD" clId="Web-{34CC42CA-3AEF-4432-F275-EB94DB6A90F2}" dt="2025-07-14T15:42:20.606" v="591"/>
        <pc:sldMkLst>
          <pc:docMk/>
          <pc:sldMk cId="3639390915" sldId="334"/>
        </pc:sldMkLst>
      </pc:sldChg>
    </pc:docChg>
  </pc:docChgLst>
  <pc:docChgLst>
    <pc:chgData name="Jessica Johnson" userId="2fa3b05a-0f24-4f04-bd66-8b91b06ff392" providerId="ADAL" clId="{C31B7D75-9B44-A84E-975F-5F539E5F8CDC}"/>
    <pc:docChg chg="undo custSel addSld delSld modSld modMainMaster">
      <pc:chgData name="Jessica Johnson" userId="2fa3b05a-0f24-4f04-bd66-8b91b06ff392" providerId="ADAL" clId="{C31B7D75-9B44-A84E-975F-5F539E5F8CDC}" dt="2025-07-16T19:24:06.667" v="3408" actId="478"/>
      <pc:docMkLst>
        <pc:docMk/>
      </pc:docMkLst>
      <pc:sldChg chg="addSp delSp modSp mod chgLayout">
        <pc:chgData name="Jessica Johnson" userId="2fa3b05a-0f24-4f04-bd66-8b91b06ff392" providerId="ADAL" clId="{C31B7D75-9B44-A84E-975F-5F539E5F8CDC}" dt="2025-07-16T19:14:33.640" v="3363" actId="478"/>
        <pc:sldMkLst>
          <pc:docMk/>
          <pc:sldMk cId="1471500158" sldId="282"/>
        </pc:sldMkLst>
        <pc:spChg chg="mod ord">
          <ac:chgData name="Jessica Johnson" userId="2fa3b05a-0f24-4f04-bd66-8b91b06ff392" providerId="ADAL" clId="{C31B7D75-9B44-A84E-975F-5F539E5F8CDC}" dt="2025-07-14T20:28:57.644" v="1703" actId="20577"/>
          <ac:spMkLst>
            <pc:docMk/>
            <pc:sldMk cId="1471500158" sldId="282"/>
            <ac:spMk id="2" creationId="{A058B9B6-D01B-F842-A648-7F67F46AA95F}"/>
          </ac:spMkLst>
        </pc:spChg>
        <pc:spChg chg="mod ord">
          <ac:chgData name="Jessica Johnson" userId="2fa3b05a-0f24-4f04-bd66-8b91b06ff392" providerId="ADAL" clId="{C31B7D75-9B44-A84E-975F-5F539E5F8CDC}" dt="2025-07-14T20:25:47.185" v="1632" actId="6264"/>
          <ac:spMkLst>
            <pc:docMk/>
            <pc:sldMk cId="1471500158" sldId="282"/>
            <ac:spMk id="4" creationId="{D5396A22-EADE-88BD-667D-68328C58CC25}"/>
          </ac:spMkLst>
        </pc:spChg>
        <pc:spChg chg="del mod">
          <ac:chgData name="Jessica Johnson" userId="2fa3b05a-0f24-4f04-bd66-8b91b06ff392" providerId="ADAL" clId="{C31B7D75-9B44-A84E-975F-5F539E5F8CDC}" dt="2025-07-16T19:14:33.640" v="3363" actId="478"/>
          <ac:spMkLst>
            <pc:docMk/>
            <pc:sldMk cId="1471500158" sldId="282"/>
            <ac:spMk id="5" creationId="{E414F0D0-4AC4-C742-9AC9-BC8A6A0BCC8E}"/>
          </ac:spMkLst>
        </pc:spChg>
        <pc:spChg chg="mod ord">
          <ac:chgData name="Jessica Johnson" userId="2fa3b05a-0f24-4f04-bd66-8b91b06ff392" providerId="ADAL" clId="{C31B7D75-9B44-A84E-975F-5F539E5F8CDC}" dt="2025-07-14T20:26:13.091" v="1648" actId="6264"/>
          <ac:spMkLst>
            <pc:docMk/>
            <pc:sldMk cId="1471500158" sldId="282"/>
            <ac:spMk id="48" creationId="{BD13406B-805D-F344-9CA6-D5D1B9C7D4DE}"/>
          </ac:spMkLst>
        </pc:spChg>
        <pc:spChg chg="mod">
          <ac:chgData name="Jessica Johnson" userId="2fa3b05a-0f24-4f04-bd66-8b91b06ff392" providerId="ADAL" clId="{C31B7D75-9B44-A84E-975F-5F539E5F8CDC}" dt="2025-07-14T20:26:09.411" v="1647" actId="20577"/>
          <ac:spMkLst>
            <pc:docMk/>
            <pc:sldMk cId="1471500158" sldId="282"/>
            <ac:spMk id="50" creationId="{EF47A412-B237-FD4C-96ED-516832111D2D}"/>
          </ac:spMkLst>
        </pc:spChg>
        <pc:spChg chg="mod ord">
          <ac:chgData name="Jessica Johnson" userId="2fa3b05a-0f24-4f04-bd66-8b91b06ff392" providerId="ADAL" clId="{C31B7D75-9B44-A84E-975F-5F539E5F8CDC}" dt="2025-07-14T20:26:34.033" v="1655"/>
          <ac:spMkLst>
            <pc:docMk/>
            <pc:sldMk cId="1471500158" sldId="282"/>
            <ac:spMk id="52" creationId="{EB063109-84C4-8F43-B81A-45ABC704E8C6}"/>
          </ac:spMkLst>
        </pc:spChg>
        <pc:spChg chg="mod ord">
          <ac:chgData name="Jessica Johnson" userId="2fa3b05a-0f24-4f04-bd66-8b91b06ff392" providerId="ADAL" clId="{C31B7D75-9B44-A84E-975F-5F539E5F8CDC}" dt="2025-07-14T20:26:43.839" v="1660" actId="20577"/>
          <ac:spMkLst>
            <pc:docMk/>
            <pc:sldMk cId="1471500158" sldId="282"/>
            <ac:spMk id="53" creationId="{4D352071-AFBF-9F44-A4C8-DDD64FF9BBBD}"/>
          </ac:spMkLst>
        </pc:spChg>
        <pc:spChg chg="mod ord">
          <ac:chgData name="Jessica Johnson" userId="2fa3b05a-0f24-4f04-bd66-8b91b06ff392" providerId="ADAL" clId="{C31B7D75-9B44-A84E-975F-5F539E5F8CDC}" dt="2025-07-14T20:26:47.083" v="1662" actId="20577"/>
          <ac:spMkLst>
            <pc:docMk/>
            <pc:sldMk cId="1471500158" sldId="282"/>
            <ac:spMk id="54" creationId="{8DDE7E13-1B5F-1A4A-80CF-1BDFAF2A05DB}"/>
          </ac:spMkLst>
        </pc:spChg>
        <pc:spChg chg="mod">
          <ac:chgData name="Jessica Johnson" userId="2fa3b05a-0f24-4f04-bd66-8b91b06ff392" providerId="ADAL" clId="{C31B7D75-9B44-A84E-975F-5F539E5F8CDC}" dt="2025-07-14T20:26:51.284" v="1665" actId="20577"/>
          <ac:spMkLst>
            <pc:docMk/>
            <pc:sldMk cId="1471500158" sldId="282"/>
            <ac:spMk id="55" creationId="{EE3D2F54-3D14-BC45-945E-06A1CF008658}"/>
          </ac:spMkLst>
        </pc:spChg>
        <pc:spChg chg="mod ord">
          <ac:chgData name="Jessica Johnson" userId="2fa3b05a-0f24-4f04-bd66-8b91b06ff392" providerId="ADAL" clId="{C31B7D75-9B44-A84E-975F-5F539E5F8CDC}" dt="2025-07-14T20:26:13.091" v="1648" actId="6264"/>
          <ac:spMkLst>
            <pc:docMk/>
            <pc:sldMk cId="1471500158" sldId="282"/>
            <ac:spMk id="56" creationId="{19F3A6B5-3405-8449-9E8A-D0EF556EDB45}"/>
          </ac:spMkLst>
        </pc:spChg>
        <pc:spChg chg="mod">
          <ac:chgData name="Jessica Johnson" userId="2fa3b05a-0f24-4f04-bd66-8b91b06ff392" providerId="ADAL" clId="{C31B7D75-9B44-A84E-975F-5F539E5F8CDC}" dt="2025-07-14T20:23:54.690" v="1565" actId="20577"/>
          <ac:spMkLst>
            <pc:docMk/>
            <pc:sldMk cId="1471500158" sldId="282"/>
            <ac:spMk id="58" creationId="{78EF8C95-8996-5841-AF91-BD93D20E9C44}"/>
          </ac:spMkLst>
        </pc:spChg>
        <pc:spChg chg="mod">
          <ac:chgData name="Jessica Johnson" userId="2fa3b05a-0f24-4f04-bd66-8b91b06ff392" providerId="ADAL" clId="{C31B7D75-9B44-A84E-975F-5F539E5F8CDC}" dt="2025-07-14T20:23:44.410" v="1546" actId="20577"/>
          <ac:spMkLst>
            <pc:docMk/>
            <pc:sldMk cId="1471500158" sldId="282"/>
            <ac:spMk id="60" creationId="{1A19E143-ADCA-9347-9FC0-318485C8B7BE}"/>
          </ac:spMkLst>
        </pc:spChg>
        <pc:spChg chg="mod ord">
          <ac:chgData name="Jessica Johnson" userId="2fa3b05a-0f24-4f04-bd66-8b91b06ff392" providerId="ADAL" clId="{C31B7D75-9B44-A84E-975F-5F539E5F8CDC}" dt="2025-07-14T20:26:13.091" v="1648" actId="6264"/>
          <ac:spMkLst>
            <pc:docMk/>
            <pc:sldMk cId="1471500158" sldId="282"/>
            <ac:spMk id="61" creationId="{5496AB37-8758-0840-B93F-D83088138C8F}"/>
          </ac:spMkLst>
        </pc:spChg>
        <pc:spChg chg="mod ord">
          <ac:chgData name="Jessica Johnson" userId="2fa3b05a-0f24-4f04-bd66-8b91b06ff392" providerId="ADAL" clId="{C31B7D75-9B44-A84E-975F-5F539E5F8CDC}" dt="2025-07-14T20:26:13.091" v="1648" actId="6264"/>
          <ac:spMkLst>
            <pc:docMk/>
            <pc:sldMk cId="1471500158" sldId="282"/>
            <ac:spMk id="62" creationId="{32EEDE85-3775-AE44-AB71-F2043BBD85FF}"/>
          </ac:spMkLst>
        </pc:spChg>
        <pc:spChg chg="mod">
          <ac:chgData name="Jessica Johnson" userId="2fa3b05a-0f24-4f04-bd66-8b91b06ff392" providerId="ADAL" clId="{C31B7D75-9B44-A84E-975F-5F539E5F8CDC}" dt="2025-07-14T20:27:47.094" v="1676" actId="20577"/>
          <ac:spMkLst>
            <pc:docMk/>
            <pc:sldMk cId="1471500158" sldId="282"/>
            <ac:spMk id="63" creationId="{6B6B33C1-AFA0-9A48-9323-A7A62CBBC3BB}"/>
          </ac:spMkLst>
        </pc:spChg>
        <pc:spChg chg="mod ord">
          <ac:chgData name="Jessica Johnson" userId="2fa3b05a-0f24-4f04-bd66-8b91b06ff392" providerId="ADAL" clId="{C31B7D75-9B44-A84E-975F-5F539E5F8CDC}" dt="2025-07-14T20:27:40.627" v="1670"/>
          <ac:spMkLst>
            <pc:docMk/>
            <pc:sldMk cId="1471500158" sldId="282"/>
            <ac:spMk id="64" creationId="{49B84DF3-68B5-0440-A2EE-F974A3AC6DF7}"/>
          </ac:spMkLst>
        </pc:spChg>
        <pc:spChg chg="mod ord">
          <ac:chgData name="Jessica Johnson" userId="2fa3b05a-0f24-4f04-bd66-8b91b06ff392" providerId="ADAL" clId="{C31B7D75-9B44-A84E-975F-5F539E5F8CDC}" dt="2025-07-14T20:28:31.682" v="1683"/>
          <ac:spMkLst>
            <pc:docMk/>
            <pc:sldMk cId="1471500158" sldId="282"/>
            <ac:spMk id="67" creationId="{DE7860B7-DFB3-2F40-BE65-4171148195DD}"/>
          </ac:spMkLst>
        </pc:spChg>
        <pc:spChg chg="mod">
          <ac:chgData name="Jessica Johnson" userId="2fa3b05a-0f24-4f04-bd66-8b91b06ff392" providerId="ADAL" clId="{C31B7D75-9B44-A84E-975F-5F539E5F8CDC}" dt="2025-07-14T20:26:24.087" v="1654" actId="20577"/>
          <ac:spMkLst>
            <pc:docMk/>
            <pc:sldMk cId="1471500158" sldId="282"/>
            <ac:spMk id="78" creationId="{73ABA395-CF85-C936-5BFF-ADC77F0ED7E2}"/>
          </ac:spMkLst>
        </pc:spChg>
        <pc:spChg chg="add mod ord">
          <ac:chgData name="Jessica Johnson" userId="2fa3b05a-0f24-4f04-bd66-8b91b06ff392" providerId="ADAL" clId="{C31B7D75-9B44-A84E-975F-5F539E5F8CDC}" dt="2025-07-14T20:27:28.795" v="1669" actId="20577"/>
          <ac:spMkLst>
            <pc:docMk/>
            <pc:sldMk cId="1471500158" sldId="282"/>
            <ac:spMk id="80" creationId="{9CF9DBED-61D2-079E-5023-2AD5007D4C8C}"/>
          </ac:spMkLst>
        </pc:spChg>
        <pc:spChg chg="add mod ord">
          <ac:chgData name="Jessica Johnson" userId="2fa3b05a-0f24-4f04-bd66-8b91b06ff392" providerId="ADAL" clId="{C31B7D75-9B44-A84E-975F-5F539E5F8CDC}" dt="2025-07-14T20:28:18.392" v="1680" actId="20577"/>
          <ac:spMkLst>
            <pc:docMk/>
            <pc:sldMk cId="1471500158" sldId="282"/>
            <ac:spMk id="82" creationId="{E7A14779-6E7F-2D0C-FEE7-D6E435AAF5F2}"/>
          </ac:spMkLst>
        </pc:spChg>
        <pc:picChg chg="mod">
          <ac:chgData name="Jessica Johnson" userId="2fa3b05a-0f24-4f04-bd66-8b91b06ff392" providerId="ADAL" clId="{C31B7D75-9B44-A84E-975F-5F539E5F8CDC}" dt="2025-07-14T20:37:42.451" v="1727" actId="1076"/>
          <ac:picMkLst>
            <pc:docMk/>
            <pc:sldMk cId="1471500158" sldId="282"/>
            <ac:picMk id="17" creationId="{E767963D-CE55-EBAE-A061-06B72926EA83}"/>
          </ac:picMkLst>
        </pc:picChg>
        <pc:picChg chg="mod">
          <ac:chgData name="Jessica Johnson" userId="2fa3b05a-0f24-4f04-bd66-8b91b06ff392" providerId="ADAL" clId="{C31B7D75-9B44-A84E-975F-5F539E5F8CDC}" dt="2025-07-14T20:22:22.157" v="1521" actId="1076"/>
          <ac:picMkLst>
            <pc:docMk/>
            <pc:sldMk cId="1471500158" sldId="282"/>
            <ac:picMk id="18" creationId="{D846D0E0-06E7-3849-BFF8-BD4296000906}"/>
          </ac:picMkLst>
        </pc:picChg>
        <pc:picChg chg="mod">
          <ac:chgData name="Jessica Johnson" userId="2fa3b05a-0f24-4f04-bd66-8b91b06ff392" providerId="ADAL" clId="{C31B7D75-9B44-A84E-975F-5F539E5F8CDC}" dt="2025-07-14T20:22:49.061" v="1530" actId="1076"/>
          <ac:picMkLst>
            <pc:docMk/>
            <pc:sldMk cId="1471500158" sldId="282"/>
            <ac:picMk id="22" creationId="{B905EAC9-6790-5D4C-B7A8-151D12A64643}"/>
          </ac:picMkLst>
        </pc:picChg>
        <pc:picChg chg="mod">
          <ac:chgData name="Jessica Johnson" userId="2fa3b05a-0f24-4f04-bd66-8b91b06ff392" providerId="ADAL" clId="{C31B7D75-9B44-A84E-975F-5F539E5F8CDC}" dt="2025-07-14T20:24:11.074" v="1566" actId="1076"/>
          <ac:picMkLst>
            <pc:docMk/>
            <pc:sldMk cId="1471500158" sldId="282"/>
            <ac:picMk id="77" creationId="{8A9FD4C9-01C8-B749-9E2E-2B6E3C917D18}"/>
          </ac:picMkLst>
        </pc:picChg>
        <pc:picChg chg="mod">
          <ac:chgData name="Jessica Johnson" userId="2fa3b05a-0f24-4f04-bd66-8b91b06ff392" providerId="ADAL" clId="{C31B7D75-9B44-A84E-975F-5F539E5F8CDC}" dt="2025-07-14T20:37:48.736" v="1729" actId="692"/>
          <ac:picMkLst>
            <pc:docMk/>
            <pc:sldMk cId="1471500158" sldId="282"/>
            <ac:picMk id="81" creationId="{39B17857-9CC6-6C47-87FC-DB61A30BE5DF}"/>
          </ac:picMkLst>
        </pc:picChg>
        <pc:picChg chg="add mod">
          <ac:chgData name="Jessica Johnson" userId="2fa3b05a-0f24-4f04-bd66-8b91b06ff392" providerId="ADAL" clId="{C31B7D75-9B44-A84E-975F-5F539E5F8CDC}" dt="2025-07-14T20:44:03.932" v="1737" actId="692"/>
          <ac:picMkLst>
            <pc:docMk/>
            <pc:sldMk cId="1471500158" sldId="282"/>
            <ac:picMk id="84" creationId="{A7D2E183-01F1-30AB-0A11-BAA2D8E7C44F}"/>
          </ac:picMkLst>
        </pc:picChg>
        <pc:picChg chg="mod">
          <ac:chgData name="Jessica Johnson" userId="2fa3b05a-0f24-4f04-bd66-8b91b06ff392" providerId="ADAL" clId="{C31B7D75-9B44-A84E-975F-5F539E5F8CDC}" dt="2025-07-14T20:24:49.809" v="1605" actId="1076"/>
          <ac:picMkLst>
            <pc:docMk/>
            <pc:sldMk cId="1471500158" sldId="282"/>
            <ac:picMk id="85" creationId="{B3DD7640-3B06-434A-83FC-845A5C375B57}"/>
          </ac:picMkLst>
        </pc:picChg>
        <pc:picChg chg="mod">
          <ac:chgData name="Jessica Johnson" userId="2fa3b05a-0f24-4f04-bd66-8b91b06ff392" providerId="ADAL" clId="{C31B7D75-9B44-A84E-975F-5F539E5F8CDC}" dt="2025-07-14T20:28:10.223" v="1678" actId="1076"/>
          <ac:picMkLst>
            <pc:docMk/>
            <pc:sldMk cId="1471500158" sldId="282"/>
            <ac:picMk id="87" creationId="{3CF042B6-F886-D64F-A7E6-2FCEEFBCF4A4}"/>
          </ac:picMkLst>
        </pc:picChg>
        <pc:picChg chg="mod">
          <ac:chgData name="Jessica Johnson" userId="2fa3b05a-0f24-4f04-bd66-8b91b06ff392" providerId="ADAL" clId="{C31B7D75-9B44-A84E-975F-5F539E5F8CDC}" dt="2025-07-14T20:28:10.223" v="1678" actId="1076"/>
          <ac:picMkLst>
            <pc:docMk/>
            <pc:sldMk cId="1471500158" sldId="282"/>
            <ac:picMk id="89" creationId="{734E4153-20FB-3B43-B2C7-7FAB9C452675}"/>
          </ac:picMkLst>
        </pc:picChg>
      </pc:sldChg>
      <pc:sldChg chg="delSp modSp del mod">
        <pc:chgData name="Jessica Johnson" userId="2fa3b05a-0f24-4f04-bd66-8b91b06ff392" providerId="ADAL" clId="{C31B7D75-9B44-A84E-975F-5F539E5F8CDC}" dt="2025-07-16T19:21:02.998" v="3372" actId="2696"/>
        <pc:sldMkLst>
          <pc:docMk/>
          <pc:sldMk cId="3411719721" sldId="303"/>
        </pc:sldMkLst>
        <pc:spChg chg="del">
          <ac:chgData name="Jessica Johnson" userId="2fa3b05a-0f24-4f04-bd66-8b91b06ff392" providerId="ADAL" clId="{C31B7D75-9B44-A84E-975F-5F539E5F8CDC}" dt="2025-07-16T15:22:44.057" v="3359" actId="478"/>
          <ac:spMkLst>
            <pc:docMk/>
            <pc:sldMk cId="3411719721" sldId="303"/>
            <ac:spMk id="3" creationId="{1901E35D-A4C0-4EE4-913F-BDDF71FC3251}"/>
          </ac:spMkLst>
        </pc:spChg>
        <pc:spChg chg="del">
          <ac:chgData name="Jessica Johnson" userId="2fa3b05a-0f24-4f04-bd66-8b91b06ff392" providerId="ADAL" clId="{C31B7D75-9B44-A84E-975F-5F539E5F8CDC}" dt="2025-07-16T15:22:44.057" v="3359" actId="478"/>
          <ac:spMkLst>
            <pc:docMk/>
            <pc:sldMk cId="3411719721" sldId="303"/>
            <ac:spMk id="5" creationId="{CF5C71F7-A5E7-7795-0DCB-F8C8276408E8}"/>
          </ac:spMkLst>
        </pc:spChg>
        <pc:spChg chg="mod">
          <ac:chgData name="Jessica Johnson" userId="2fa3b05a-0f24-4f04-bd66-8b91b06ff392" providerId="ADAL" clId="{C31B7D75-9B44-A84E-975F-5F539E5F8CDC}" dt="2025-07-16T15:22:40.607" v="3358" actId="20577"/>
          <ac:spMkLst>
            <pc:docMk/>
            <pc:sldMk cId="3411719721" sldId="303"/>
            <ac:spMk id="6" creationId="{622B3844-C8F1-0A4E-9597-3966CB7E09A6}"/>
          </ac:spMkLst>
        </pc:spChg>
        <pc:picChg chg="mod">
          <ac:chgData name="Jessica Johnson" userId="2fa3b05a-0f24-4f04-bd66-8b91b06ff392" providerId="ADAL" clId="{C31B7D75-9B44-A84E-975F-5F539E5F8CDC}" dt="2025-07-16T15:22:38.179" v="3357" actId="1076"/>
          <ac:picMkLst>
            <pc:docMk/>
            <pc:sldMk cId="3411719721" sldId="303"/>
            <ac:picMk id="13" creationId="{9C31800B-270D-3542-8470-CFCB7E256746}"/>
          </ac:picMkLst>
        </pc:picChg>
      </pc:sldChg>
      <pc:sldChg chg="modSp mod">
        <pc:chgData name="Jessica Johnson" userId="2fa3b05a-0f24-4f04-bd66-8b91b06ff392" providerId="ADAL" clId="{C31B7D75-9B44-A84E-975F-5F539E5F8CDC}" dt="2025-07-16T19:22:38.327" v="3407" actId="403"/>
        <pc:sldMkLst>
          <pc:docMk/>
          <pc:sldMk cId="2518408584" sldId="304"/>
        </pc:sldMkLst>
        <pc:spChg chg="mod">
          <ac:chgData name="Jessica Johnson" userId="2fa3b05a-0f24-4f04-bd66-8b91b06ff392" providerId="ADAL" clId="{C31B7D75-9B44-A84E-975F-5F539E5F8CDC}" dt="2025-07-16T19:22:38.327" v="3407" actId="403"/>
          <ac:spMkLst>
            <pc:docMk/>
            <pc:sldMk cId="2518408584" sldId="304"/>
            <ac:spMk id="2" creationId="{A9C2A756-BFBB-0482-7DB1-06D93C0D292E}"/>
          </ac:spMkLst>
        </pc:spChg>
      </pc:sldChg>
      <pc:sldChg chg="addSp delSp modSp mod chgLayout">
        <pc:chgData name="Jessica Johnson" userId="2fa3b05a-0f24-4f04-bd66-8b91b06ff392" providerId="ADAL" clId="{C31B7D75-9B44-A84E-975F-5F539E5F8CDC}" dt="2025-07-16T19:21:24.839" v="3377" actId="478"/>
        <pc:sldMkLst>
          <pc:docMk/>
          <pc:sldMk cId="2837340719" sldId="305"/>
        </pc:sldMkLst>
        <pc:spChg chg="mod ord">
          <ac:chgData name="Jessica Johnson" userId="2fa3b05a-0f24-4f04-bd66-8b91b06ff392" providerId="ADAL" clId="{C31B7D75-9B44-A84E-975F-5F539E5F8CDC}" dt="2025-07-14T20:20:42.319" v="1492" actId="20577"/>
          <ac:spMkLst>
            <pc:docMk/>
            <pc:sldMk cId="2837340719" sldId="305"/>
            <ac:spMk id="8" creationId="{B006CB1F-7D21-FD45-A3CA-3F7D6306E3EF}"/>
          </ac:spMkLst>
        </pc:spChg>
        <pc:spChg chg="mod">
          <ac:chgData name="Jessica Johnson" userId="2fa3b05a-0f24-4f04-bd66-8b91b06ff392" providerId="ADAL" clId="{C31B7D75-9B44-A84E-975F-5F539E5F8CDC}" dt="2025-07-14T20:20:45.311" v="1493" actId="20577"/>
          <ac:spMkLst>
            <pc:docMk/>
            <pc:sldMk cId="2837340719" sldId="305"/>
            <ac:spMk id="9" creationId="{3112E190-A1F8-0242-BDED-5BD302863496}"/>
          </ac:spMkLst>
        </pc:spChg>
        <pc:spChg chg="mod ord">
          <ac:chgData name="Jessica Johnson" userId="2fa3b05a-0f24-4f04-bd66-8b91b06ff392" providerId="ADAL" clId="{C31B7D75-9B44-A84E-975F-5F539E5F8CDC}" dt="2025-07-16T14:02:59.374" v="1755" actId="20577"/>
          <ac:spMkLst>
            <pc:docMk/>
            <pc:sldMk cId="2837340719" sldId="305"/>
            <ac:spMk id="10" creationId="{BB89CA4D-D185-BE45-9E05-0AF977026578}"/>
          </ac:spMkLst>
        </pc:spChg>
        <pc:spChg chg="mod ord">
          <ac:chgData name="Jessica Johnson" userId="2fa3b05a-0f24-4f04-bd66-8b91b06ff392" providerId="ADAL" clId="{C31B7D75-9B44-A84E-975F-5F539E5F8CDC}" dt="2025-07-16T14:03:16.663" v="1772" actId="20577"/>
          <ac:spMkLst>
            <pc:docMk/>
            <pc:sldMk cId="2837340719" sldId="305"/>
            <ac:spMk id="11" creationId="{EF4122C5-6528-BA45-BC53-819DA24EE038}"/>
          </ac:spMkLst>
        </pc:spChg>
        <pc:spChg chg="mod">
          <ac:chgData name="Jessica Johnson" userId="2fa3b05a-0f24-4f04-bd66-8b91b06ff392" providerId="ADAL" clId="{C31B7D75-9B44-A84E-975F-5F539E5F8CDC}" dt="2025-07-14T20:20:29.551" v="1476" actId="20577"/>
          <ac:spMkLst>
            <pc:docMk/>
            <pc:sldMk cId="2837340719" sldId="305"/>
            <ac:spMk id="16" creationId="{DCDA1595-7F82-73F6-4178-018F4009CC35}"/>
          </ac:spMkLst>
        </pc:spChg>
        <pc:spChg chg="mod">
          <ac:chgData name="Jessica Johnson" userId="2fa3b05a-0f24-4f04-bd66-8b91b06ff392" providerId="ADAL" clId="{C31B7D75-9B44-A84E-975F-5F539E5F8CDC}" dt="2025-07-14T20:20:35.691" v="1485" actId="20577"/>
          <ac:spMkLst>
            <pc:docMk/>
            <pc:sldMk cId="2837340719" sldId="305"/>
            <ac:spMk id="17" creationId="{33FA03E8-4F7A-B147-1C7A-A448987DCCC6}"/>
          </ac:spMkLst>
        </pc:spChg>
        <pc:spChg chg="add del mod ord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18" creationId="{1687F4AC-103D-7DDC-FD4E-95E7A241D25D}"/>
          </ac:spMkLst>
        </pc:spChg>
        <pc:spChg chg="del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19" creationId="{19D8DD8D-9C34-BE1C-6F9F-5272CC126995}"/>
          </ac:spMkLst>
        </pc:spChg>
        <pc:spChg chg="add del mod ord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20" creationId="{A38D011D-8538-FA5C-DB26-FF69D7F2B682}"/>
          </ac:spMkLst>
        </pc:spChg>
        <pc:spChg chg="del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21" creationId="{A2A172FB-48C5-FB1E-FA1D-304B5B20EFB4}"/>
          </ac:spMkLst>
        </pc:spChg>
        <pc:spChg chg="del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22" creationId="{581CF58D-4CC4-8D92-3D6A-DF491521539A}"/>
          </ac:spMkLst>
        </pc:spChg>
        <pc:spChg chg="add del mod ord">
          <ac:chgData name="Jessica Johnson" userId="2fa3b05a-0f24-4f04-bd66-8b91b06ff392" providerId="ADAL" clId="{C31B7D75-9B44-A84E-975F-5F539E5F8CDC}" dt="2025-07-16T19:21:24.839" v="3377" actId="478"/>
          <ac:spMkLst>
            <pc:docMk/>
            <pc:sldMk cId="2837340719" sldId="305"/>
            <ac:spMk id="23" creationId="{C4734071-35DD-2E51-7E00-142D5ABB5542}"/>
          </ac:spMkLst>
        </pc:spChg>
        <pc:spChg chg="add del mod ord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24" creationId="{DBB4D791-9D08-B066-3FDA-4FD46D00847F}"/>
          </ac:spMkLst>
        </pc:spChg>
        <pc:spChg chg="add del mod ord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25" creationId="{494D3DB3-0442-D5CE-EDF7-9DDB8D8BE219}"/>
          </ac:spMkLst>
        </pc:spChg>
        <pc:spChg chg="del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27" creationId="{3E005E07-F4C7-9CF7-80BA-9C6B19BFEA33}"/>
          </ac:spMkLst>
        </pc:spChg>
        <pc:spChg chg="del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28" creationId="{CF8CF4E7-B44A-5C26-9199-958929E9DE24}"/>
          </ac:spMkLst>
        </pc:spChg>
        <pc:spChg chg="del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29" creationId="{E1007E21-F71E-A491-45A3-20A94AA34C2E}"/>
          </ac:spMkLst>
        </pc:spChg>
        <pc:spChg chg="del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30" creationId="{2B67375E-DFE9-BC66-18A9-90AF0CD2E04F}"/>
          </ac:spMkLst>
        </pc:spChg>
        <pc:spChg chg="add del mod ord">
          <ac:chgData name="Jessica Johnson" userId="2fa3b05a-0f24-4f04-bd66-8b91b06ff392" providerId="ADAL" clId="{C31B7D75-9B44-A84E-975F-5F539E5F8CDC}" dt="2025-07-16T19:21:22.459" v="3376" actId="478"/>
          <ac:spMkLst>
            <pc:docMk/>
            <pc:sldMk cId="2837340719" sldId="305"/>
            <ac:spMk id="31" creationId="{705D95CD-6540-CCD6-AF71-D526F1456164}"/>
          </ac:spMkLst>
        </pc:spChg>
        <pc:picChg chg="add mod">
          <ac:chgData name="Jessica Johnson" userId="2fa3b05a-0f24-4f04-bd66-8b91b06ff392" providerId="ADAL" clId="{C31B7D75-9B44-A84E-975F-5F539E5F8CDC}" dt="2025-07-16T14:02:52.329" v="1739" actId="1076"/>
          <ac:picMkLst>
            <pc:docMk/>
            <pc:sldMk cId="2837340719" sldId="305"/>
            <ac:picMk id="2" creationId="{A9DB3262-23D3-8D66-AF8B-081315EDF25D}"/>
          </ac:picMkLst>
        </pc:picChg>
        <pc:picChg chg="add mod">
          <ac:chgData name="Jessica Johnson" userId="2fa3b05a-0f24-4f04-bd66-8b91b06ff392" providerId="ADAL" clId="{C31B7D75-9B44-A84E-975F-5F539E5F8CDC}" dt="2025-07-16T14:03:04.467" v="1756" actId="1076"/>
          <ac:picMkLst>
            <pc:docMk/>
            <pc:sldMk cId="2837340719" sldId="305"/>
            <ac:picMk id="6" creationId="{E43F28BF-BC99-86CB-807E-3D724AAD796B}"/>
          </ac:picMkLst>
        </pc:picChg>
        <pc:picChg chg="mod">
          <ac:chgData name="Jessica Johnson" userId="2fa3b05a-0f24-4f04-bd66-8b91b06ff392" providerId="ADAL" clId="{C31B7D75-9B44-A84E-975F-5F539E5F8CDC}" dt="2025-07-16T14:03:11.801" v="1758" actId="1076"/>
          <ac:picMkLst>
            <pc:docMk/>
            <pc:sldMk cId="2837340719" sldId="305"/>
            <ac:picMk id="26" creationId="{C04F2046-480B-CA45-BA0D-CF5A3D976112}"/>
          </ac:picMkLst>
        </pc:picChg>
        <pc:picChg chg="mod">
          <ac:chgData name="Jessica Johnson" userId="2fa3b05a-0f24-4f04-bd66-8b91b06ff392" providerId="ADAL" clId="{C31B7D75-9B44-A84E-975F-5F539E5F8CDC}" dt="2025-07-16T14:03:09.584" v="1757" actId="1076"/>
          <ac:picMkLst>
            <pc:docMk/>
            <pc:sldMk cId="2837340719" sldId="305"/>
            <ac:picMk id="32" creationId="{C64BA4FE-E24B-4D4D-A5F0-3A8BAE379D29}"/>
          </ac:picMkLst>
        </pc:picChg>
        <pc:picChg chg="mod">
          <ac:chgData name="Jessica Johnson" userId="2fa3b05a-0f24-4f04-bd66-8b91b06ff392" providerId="ADAL" clId="{C31B7D75-9B44-A84E-975F-5F539E5F8CDC}" dt="2025-07-14T20:20:26.225" v="1472" actId="1076"/>
          <ac:picMkLst>
            <pc:docMk/>
            <pc:sldMk cId="2837340719" sldId="305"/>
            <ac:picMk id="34" creationId="{7365AF6C-6B9F-4945-AAFD-CCC4CCDA6A8F}"/>
          </ac:picMkLst>
        </pc:picChg>
        <pc:picChg chg="mod">
          <ac:chgData name="Jessica Johnson" userId="2fa3b05a-0f24-4f04-bd66-8b91b06ff392" providerId="ADAL" clId="{C31B7D75-9B44-A84E-975F-5F539E5F8CDC}" dt="2025-07-14T20:20:26.225" v="1472" actId="1076"/>
          <ac:picMkLst>
            <pc:docMk/>
            <pc:sldMk cId="2837340719" sldId="305"/>
            <ac:picMk id="36" creationId="{EEF1D0B0-ACF4-7F40-82AD-E8B5CD7E42C6}"/>
          </ac:picMkLst>
        </pc:picChg>
        <pc:picChg chg="mod">
          <ac:chgData name="Jessica Johnson" userId="2fa3b05a-0f24-4f04-bd66-8b91b06ff392" providerId="ADAL" clId="{C31B7D75-9B44-A84E-975F-5F539E5F8CDC}" dt="2025-07-14T20:20:26.225" v="1472" actId="1076"/>
          <ac:picMkLst>
            <pc:docMk/>
            <pc:sldMk cId="2837340719" sldId="305"/>
            <ac:picMk id="38" creationId="{A0AB0B04-E7F6-594C-8D83-DBB51A7B2ADB}"/>
          </ac:picMkLst>
        </pc:picChg>
        <pc:picChg chg="mod">
          <ac:chgData name="Jessica Johnson" userId="2fa3b05a-0f24-4f04-bd66-8b91b06ff392" providerId="ADAL" clId="{C31B7D75-9B44-A84E-975F-5F539E5F8CDC}" dt="2025-07-14T20:20:50.805" v="1494" actId="1076"/>
          <ac:picMkLst>
            <pc:docMk/>
            <pc:sldMk cId="2837340719" sldId="305"/>
            <ac:picMk id="40" creationId="{E71CF7FD-BC98-A146-A8DE-D9B8B9042F54}"/>
          </ac:picMkLst>
        </pc:picChg>
      </pc:sldChg>
      <pc:sldChg chg="modSp add del mod">
        <pc:chgData name="Jessica Johnson" userId="2fa3b05a-0f24-4f04-bd66-8b91b06ff392" providerId="ADAL" clId="{C31B7D75-9B44-A84E-975F-5F539E5F8CDC}" dt="2025-07-16T14:05:19.354" v="1852" actId="2696"/>
        <pc:sldMkLst>
          <pc:docMk/>
          <pc:sldMk cId="160480135" sldId="306"/>
        </pc:sldMkLst>
      </pc:sldChg>
      <pc:sldChg chg="delSp del mod">
        <pc:chgData name="Jessica Johnson" userId="2fa3b05a-0f24-4f04-bd66-8b91b06ff392" providerId="ADAL" clId="{C31B7D75-9B44-A84E-975F-5F539E5F8CDC}" dt="2025-07-16T14:08:11.629" v="1974" actId="2696"/>
        <pc:sldMkLst>
          <pc:docMk/>
          <pc:sldMk cId="3442467081" sldId="308"/>
        </pc:sldMkLst>
        <pc:picChg chg="del">
          <ac:chgData name="Jessica Johnson" userId="2fa3b05a-0f24-4f04-bd66-8b91b06ff392" providerId="ADAL" clId="{C31B7D75-9B44-A84E-975F-5F539E5F8CDC}" dt="2025-07-16T14:06:49.332" v="1919" actId="478"/>
          <ac:picMkLst>
            <pc:docMk/>
            <pc:sldMk cId="3442467081" sldId="308"/>
            <ac:picMk id="26" creationId="{BC396AE0-1CC6-264D-A39F-B8BFFE860154}"/>
          </ac:picMkLst>
        </pc:picChg>
        <pc:picChg chg="del">
          <ac:chgData name="Jessica Johnson" userId="2fa3b05a-0f24-4f04-bd66-8b91b06ff392" providerId="ADAL" clId="{C31B7D75-9B44-A84E-975F-5F539E5F8CDC}" dt="2025-07-16T14:06:49.332" v="1919" actId="478"/>
          <ac:picMkLst>
            <pc:docMk/>
            <pc:sldMk cId="3442467081" sldId="308"/>
            <ac:picMk id="28" creationId="{968DAE0C-C627-784E-BF9D-52706E7B384B}"/>
          </ac:picMkLst>
        </pc:picChg>
        <pc:picChg chg="del">
          <ac:chgData name="Jessica Johnson" userId="2fa3b05a-0f24-4f04-bd66-8b91b06ff392" providerId="ADAL" clId="{C31B7D75-9B44-A84E-975F-5F539E5F8CDC}" dt="2025-07-16T14:06:51.407" v="1920" actId="478"/>
          <ac:picMkLst>
            <pc:docMk/>
            <pc:sldMk cId="3442467081" sldId="308"/>
            <ac:picMk id="30" creationId="{A80119E7-68A1-EC40-857A-E5B75DE9C78B}"/>
          </ac:picMkLst>
        </pc:picChg>
        <pc:picChg chg="del">
          <ac:chgData name="Jessica Johnson" userId="2fa3b05a-0f24-4f04-bd66-8b91b06ff392" providerId="ADAL" clId="{C31B7D75-9B44-A84E-975F-5F539E5F8CDC}" dt="2025-07-16T14:06:49.332" v="1919" actId="478"/>
          <ac:picMkLst>
            <pc:docMk/>
            <pc:sldMk cId="3442467081" sldId="308"/>
            <ac:picMk id="36" creationId="{80577AAA-2D99-8A40-AD70-5625E85BC2A0}"/>
          </ac:picMkLst>
        </pc:picChg>
        <pc:picChg chg="del">
          <ac:chgData name="Jessica Johnson" userId="2fa3b05a-0f24-4f04-bd66-8b91b06ff392" providerId="ADAL" clId="{C31B7D75-9B44-A84E-975F-5F539E5F8CDC}" dt="2025-07-16T14:06:49.332" v="1919" actId="478"/>
          <ac:picMkLst>
            <pc:docMk/>
            <pc:sldMk cId="3442467081" sldId="308"/>
            <ac:picMk id="38" creationId="{67E35F25-E071-9445-AB95-3AA60CACF990}"/>
          </ac:picMkLst>
        </pc:picChg>
        <pc:picChg chg="del">
          <ac:chgData name="Jessica Johnson" userId="2fa3b05a-0f24-4f04-bd66-8b91b06ff392" providerId="ADAL" clId="{C31B7D75-9B44-A84E-975F-5F539E5F8CDC}" dt="2025-07-16T14:06:52.573" v="1921" actId="478"/>
          <ac:picMkLst>
            <pc:docMk/>
            <pc:sldMk cId="3442467081" sldId="308"/>
            <ac:picMk id="54" creationId="{DC047404-B882-0A41-85B2-1766C1CCBC29}"/>
          </ac:picMkLst>
        </pc:picChg>
        <pc:picChg chg="del">
          <ac:chgData name="Jessica Johnson" userId="2fa3b05a-0f24-4f04-bd66-8b91b06ff392" providerId="ADAL" clId="{C31B7D75-9B44-A84E-975F-5F539E5F8CDC}" dt="2025-07-16T14:06:53.311" v="1922" actId="478"/>
          <ac:picMkLst>
            <pc:docMk/>
            <pc:sldMk cId="3442467081" sldId="308"/>
            <ac:picMk id="56" creationId="{1B0FA483-EEFB-6D43-96BE-C27E26312000}"/>
          </ac:picMkLst>
        </pc:picChg>
      </pc:sldChg>
      <pc:sldChg chg="addSp delSp modSp mod chgLayout">
        <pc:chgData name="Jessica Johnson" userId="2fa3b05a-0f24-4f04-bd66-8b91b06ff392" providerId="ADAL" clId="{C31B7D75-9B44-A84E-975F-5F539E5F8CDC}" dt="2025-07-16T19:14:16.303" v="3362" actId="478"/>
        <pc:sldMkLst>
          <pc:docMk/>
          <pc:sldMk cId="3705598106" sldId="309"/>
        </pc:sldMkLst>
        <pc:spChg chg="mod ord">
          <ac:chgData name="Jessica Johnson" userId="2fa3b05a-0f24-4f04-bd66-8b91b06ff392" providerId="ADAL" clId="{C31B7D75-9B44-A84E-975F-5F539E5F8CDC}" dt="2025-07-16T14:58:36.530" v="2801" actId="6264"/>
          <ac:spMkLst>
            <pc:docMk/>
            <pc:sldMk cId="3705598106" sldId="309"/>
            <ac:spMk id="4" creationId="{F8CB0553-65CA-3D4D-B539-1F8E7A172F47}"/>
          </ac:spMkLst>
        </pc:spChg>
        <pc:spChg chg="mod ord">
          <ac:chgData name="Jessica Johnson" userId="2fa3b05a-0f24-4f04-bd66-8b91b06ff392" providerId="ADAL" clId="{C31B7D75-9B44-A84E-975F-5F539E5F8CDC}" dt="2025-07-16T14:58:36.530" v="2801" actId="6264"/>
          <ac:spMkLst>
            <pc:docMk/>
            <pc:sldMk cId="3705598106" sldId="309"/>
            <ac:spMk id="5" creationId="{EC5AE8CE-DDD6-F843-8CAA-26E3F2E19040}"/>
          </ac:spMkLst>
        </pc:spChg>
        <pc:spChg chg="mod">
          <ac:chgData name="Jessica Johnson" userId="2fa3b05a-0f24-4f04-bd66-8b91b06ff392" providerId="ADAL" clId="{C31B7D75-9B44-A84E-975F-5F539E5F8CDC}" dt="2025-07-16T14:57:45.206" v="2743" actId="20577"/>
          <ac:spMkLst>
            <pc:docMk/>
            <pc:sldMk cId="3705598106" sldId="309"/>
            <ac:spMk id="6" creationId="{1DB729DD-5D38-7F4B-85E8-8D05D47CAB18}"/>
          </ac:spMkLst>
        </pc:spChg>
        <pc:spChg chg="mod">
          <ac:chgData name="Jessica Johnson" userId="2fa3b05a-0f24-4f04-bd66-8b91b06ff392" providerId="ADAL" clId="{C31B7D75-9B44-A84E-975F-5F539E5F8CDC}" dt="2025-07-16T14:57:55.870" v="2754" actId="20577"/>
          <ac:spMkLst>
            <pc:docMk/>
            <pc:sldMk cId="3705598106" sldId="309"/>
            <ac:spMk id="7" creationId="{A66A0DE1-E325-EC40-B3C4-2F165A6D59A5}"/>
          </ac:spMkLst>
        </pc:spChg>
        <pc:spChg chg="mod">
          <ac:chgData name="Jessica Johnson" userId="2fa3b05a-0f24-4f04-bd66-8b91b06ff392" providerId="ADAL" clId="{C31B7D75-9B44-A84E-975F-5F539E5F8CDC}" dt="2025-07-16T14:58:00.861" v="2758" actId="20577"/>
          <ac:spMkLst>
            <pc:docMk/>
            <pc:sldMk cId="3705598106" sldId="309"/>
            <ac:spMk id="8" creationId="{E5151BD4-454F-5F40-9B91-5802955C6309}"/>
          </ac:spMkLst>
        </pc:spChg>
        <pc:spChg chg="mod">
          <ac:chgData name="Jessica Johnson" userId="2fa3b05a-0f24-4f04-bd66-8b91b06ff392" providerId="ADAL" clId="{C31B7D75-9B44-A84E-975F-5F539E5F8CDC}" dt="2025-07-16T14:58:06.607" v="2764" actId="20577"/>
          <ac:spMkLst>
            <pc:docMk/>
            <pc:sldMk cId="3705598106" sldId="309"/>
            <ac:spMk id="9" creationId="{C0D8FF52-1A34-DC4B-A200-129F495F30F8}"/>
          </ac:spMkLst>
        </pc:spChg>
        <pc:spChg chg="mod ord">
          <ac:chgData name="Jessica Johnson" userId="2fa3b05a-0f24-4f04-bd66-8b91b06ff392" providerId="ADAL" clId="{C31B7D75-9B44-A84E-975F-5F539E5F8CDC}" dt="2025-07-16T15:13:02.588" v="2881" actId="20577"/>
          <ac:spMkLst>
            <pc:docMk/>
            <pc:sldMk cId="3705598106" sldId="309"/>
            <ac:spMk id="10" creationId="{39B7ACF2-BF82-AD4C-87D1-9036BEBC411A}"/>
          </ac:spMkLst>
        </pc:spChg>
        <pc:spChg chg="mod">
          <ac:chgData name="Jessica Johnson" userId="2fa3b05a-0f24-4f04-bd66-8b91b06ff392" providerId="ADAL" clId="{C31B7D75-9B44-A84E-975F-5F539E5F8CDC}" dt="2025-07-16T14:58:13.923" v="2765"/>
          <ac:spMkLst>
            <pc:docMk/>
            <pc:sldMk cId="3705598106" sldId="309"/>
            <ac:spMk id="11" creationId="{8A86E955-EE86-AE43-8C30-65D1E3DEF96F}"/>
          </ac:spMkLst>
        </pc:spChg>
        <pc:spChg chg="mod ord">
          <ac:chgData name="Jessica Johnson" userId="2fa3b05a-0f24-4f04-bd66-8b91b06ff392" providerId="ADAL" clId="{C31B7D75-9B44-A84E-975F-5F539E5F8CDC}" dt="2025-07-16T15:13:48.595" v="2933" actId="20577"/>
          <ac:spMkLst>
            <pc:docMk/>
            <pc:sldMk cId="3705598106" sldId="309"/>
            <ac:spMk id="12" creationId="{A72F4C06-286C-3E41-8A64-DD907A9BB270}"/>
          </ac:spMkLst>
        </pc:spChg>
        <pc:spChg chg="mod">
          <ac:chgData name="Jessica Johnson" userId="2fa3b05a-0f24-4f04-bd66-8b91b06ff392" providerId="ADAL" clId="{C31B7D75-9B44-A84E-975F-5F539E5F8CDC}" dt="2025-07-16T14:58:32.008" v="2800" actId="20577"/>
          <ac:spMkLst>
            <pc:docMk/>
            <pc:sldMk cId="3705598106" sldId="309"/>
            <ac:spMk id="13" creationId="{8774C99D-19D7-FF9B-B48E-8A0CA7B9EF02}"/>
          </ac:spMkLst>
        </pc:spChg>
        <pc:spChg chg="add del mod">
          <ac:chgData name="Jessica Johnson" userId="2fa3b05a-0f24-4f04-bd66-8b91b06ff392" providerId="ADAL" clId="{C31B7D75-9B44-A84E-975F-5F539E5F8CDC}" dt="2025-07-16T14:58:36.530" v="2801" actId="6264"/>
          <ac:spMkLst>
            <pc:docMk/>
            <pc:sldMk cId="3705598106" sldId="309"/>
            <ac:spMk id="14" creationId="{36573C75-71B6-51F2-ACD9-CCCC7884F80F}"/>
          </ac:spMkLst>
        </pc:spChg>
        <pc:spChg chg="add del mod">
          <ac:chgData name="Jessica Johnson" userId="2fa3b05a-0f24-4f04-bd66-8b91b06ff392" providerId="ADAL" clId="{C31B7D75-9B44-A84E-975F-5F539E5F8CDC}" dt="2025-07-16T19:14:16.303" v="3362" actId="478"/>
          <ac:spMkLst>
            <pc:docMk/>
            <pc:sldMk cId="3705598106" sldId="309"/>
            <ac:spMk id="14" creationId="{8F6252F5-654C-829D-C91D-F461EE50AAB3}"/>
          </ac:spMkLst>
        </pc:spChg>
        <pc:spChg chg="add del mod">
          <ac:chgData name="Jessica Johnson" userId="2fa3b05a-0f24-4f04-bd66-8b91b06ff392" providerId="ADAL" clId="{C31B7D75-9B44-A84E-975F-5F539E5F8CDC}" dt="2025-07-16T19:14:16.303" v="3362" actId="478"/>
          <ac:spMkLst>
            <pc:docMk/>
            <pc:sldMk cId="3705598106" sldId="309"/>
            <ac:spMk id="16" creationId="{06002523-E86F-27BF-723B-6AB3C1E0B4CE}"/>
          </ac:spMkLst>
        </pc:spChg>
        <pc:spChg chg="add del mod">
          <ac:chgData name="Jessica Johnson" userId="2fa3b05a-0f24-4f04-bd66-8b91b06ff392" providerId="ADAL" clId="{C31B7D75-9B44-A84E-975F-5F539E5F8CDC}" dt="2025-07-16T14:58:36.530" v="2801" actId="6264"/>
          <ac:spMkLst>
            <pc:docMk/>
            <pc:sldMk cId="3705598106" sldId="309"/>
            <ac:spMk id="16" creationId="{77CF69C6-243E-F23C-B811-7BE7EAB0B06B}"/>
          </ac:spMkLst>
        </pc:spChg>
        <pc:spChg chg="add del mod">
          <ac:chgData name="Jessica Johnson" userId="2fa3b05a-0f24-4f04-bd66-8b91b06ff392" providerId="ADAL" clId="{C31B7D75-9B44-A84E-975F-5F539E5F8CDC}" dt="2025-07-16T19:14:16.303" v="3362" actId="478"/>
          <ac:spMkLst>
            <pc:docMk/>
            <pc:sldMk cId="3705598106" sldId="309"/>
            <ac:spMk id="18" creationId="{0EC60C20-95CC-3190-3FC2-8F269DD81CC0}"/>
          </ac:spMkLst>
        </pc:spChg>
        <pc:spChg chg="add del mod">
          <ac:chgData name="Jessica Johnson" userId="2fa3b05a-0f24-4f04-bd66-8b91b06ff392" providerId="ADAL" clId="{C31B7D75-9B44-A84E-975F-5F539E5F8CDC}" dt="2025-07-16T14:58:36.530" v="2801" actId="6264"/>
          <ac:spMkLst>
            <pc:docMk/>
            <pc:sldMk cId="3705598106" sldId="309"/>
            <ac:spMk id="20" creationId="{134FF670-D127-74D5-DE59-A7CE681C41BE}"/>
          </ac:spMkLst>
        </pc:spChg>
        <pc:spChg chg="add del mod">
          <ac:chgData name="Jessica Johnson" userId="2fa3b05a-0f24-4f04-bd66-8b91b06ff392" providerId="ADAL" clId="{C31B7D75-9B44-A84E-975F-5F539E5F8CDC}" dt="2025-07-16T19:14:16.303" v="3362" actId="478"/>
          <ac:spMkLst>
            <pc:docMk/>
            <pc:sldMk cId="3705598106" sldId="309"/>
            <ac:spMk id="20" creationId="{B2DE504A-15FC-86EF-BBEA-921126449665}"/>
          </ac:spMkLst>
        </pc:spChg>
        <pc:spChg chg="add del mod ord">
          <ac:chgData name="Jessica Johnson" userId="2fa3b05a-0f24-4f04-bd66-8b91b06ff392" providerId="ADAL" clId="{C31B7D75-9B44-A84E-975F-5F539E5F8CDC}" dt="2025-07-16T19:14:13.394" v="3361" actId="478"/>
          <ac:spMkLst>
            <pc:docMk/>
            <pc:sldMk cId="3705598106" sldId="309"/>
            <ac:spMk id="24" creationId="{E371DEDD-EA70-0F4E-D204-BC50383C536A}"/>
          </ac:spMkLst>
        </pc:spChg>
        <pc:spChg chg="del mod">
          <ac:chgData name="Jessica Johnson" userId="2fa3b05a-0f24-4f04-bd66-8b91b06ff392" providerId="ADAL" clId="{C31B7D75-9B44-A84E-975F-5F539E5F8CDC}" dt="2025-07-16T19:14:13.394" v="3361" actId="478"/>
          <ac:spMkLst>
            <pc:docMk/>
            <pc:sldMk cId="3705598106" sldId="309"/>
            <ac:spMk id="25" creationId="{EC15CF9F-F99B-7F8C-524B-69E7E85D5F26}"/>
          </ac:spMkLst>
        </pc:spChg>
        <pc:spChg chg="del mod">
          <ac:chgData name="Jessica Johnson" userId="2fa3b05a-0f24-4f04-bd66-8b91b06ff392" providerId="ADAL" clId="{C31B7D75-9B44-A84E-975F-5F539E5F8CDC}" dt="2025-07-16T19:14:13.394" v="3361" actId="478"/>
          <ac:spMkLst>
            <pc:docMk/>
            <pc:sldMk cId="3705598106" sldId="309"/>
            <ac:spMk id="27" creationId="{A7F62726-CE19-38CB-D86C-81225CE7136C}"/>
          </ac:spMkLst>
        </pc:spChg>
        <pc:spChg chg="del mod">
          <ac:chgData name="Jessica Johnson" userId="2fa3b05a-0f24-4f04-bd66-8b91b06ff392" providerId="ADAL" clId="{C31B7D75-9B44-A84E-975F-5F539E5F8CDC}" dt="2025-07-16T19:14:13.394" v="3361" actId="478"/>
          <ac:spMkLst>
            <pc:docMk/>
            <pc:sldMk cId="3705598106" sldId="309"/>
            <ac:spMk id="29" creationId="{CF3E5478-B333-685C-5B24-9A5241843C84}"/>
          </ac:spMkLst>
        </pc:spChg>
        <pc:spChg chg="del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31" creationId="{A6DAD8F6-F211-8FAD-DFFE-09C52FA5AFA0}"/>
          </ac:spMkLst>
        </pc:spChg>
        <pc:spChg chg="add del mod ord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33" creationId="{41BADA53-9078-11C7-8DE7-08EACD27C517}"/>
          </ac:spMkLst>
        </pc:spChg>
        <pc:spChg chg="del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35" creationId="{7BCFEB40-F8D4-050F-F1CC-A4CCB52C4BE3}"/>
          </ac:spMkLst>
        </pc:spChg>
        <pc:spChg chg="add del mod ord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37" creationId="{96F978CA-7F93-AD68-7ABC-7EA66F4E059D}"/>
          </ac:spMkLst>
        </pc:spChg>
        <pc:spChg chg="del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39" creationId="{99C0C429-6EA5-B564-1D4C-8A5697922D01}"/>
          </ac:spMkLst>
        </pc:spChg>
        <pc:spChg chg="del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41" creationId="{16CE82C1-A70C-5FAD-B54D-013C466AAD63}"/>
          </ac:spMkLst>
        </pc:spChg>
        <pc:spChg chg="del">
          <ac:chgData name="Jessica Johnson" userId="2fa3b05a-0f24-4f04-bd66-8b91b06ff392" providerId="ADAL" clId="{C31B7D75-9B44-A84E-975F-5F539E5F8CDC}" dt="2025-07-16T19:14:10.179" v="3360" actId="478"/>
          <ac:spMkLst>
            <pc:docMk/>
            <pc:sldMk cId="3705598106" sldId="309"/>
            <ac:spMk id="43" creationId="{6F9E6696-8405-CBAC-A860-414431CF7DF8}"/>
          </ac:spMkLst>
        </pc:spChg>
      </pc:sldChg>
      <pc:sldChg chg="del">
        <pc:chgData name="Jessica Johnson" userId="2fa3b05a-0f24-4f04-bd66-8b91b06ff392" providerId="ADAL" clId="{C31B7D75-9B44-A84E-975F-5F539E5F8CDC}" dt="2025-07-16T15:17:57.162" v="3165" actId="2696"/>
        <pc:sldMkLst>
          <pc:docMk/>
          <pc:sldMk cId="874588602" sldId="310"/>
        </pc:sldMkLst>
      </pc:sldChg>
      <pc:sldChg chg="addSp delSp modSp del mod chgLayout">
        <pc:chgData name="Jessica Johnson" userId="2fa3b05a-0f24-4f04-bd66-8b91b06ff392" providerId="ADAL" clId="{C31B7D75-9B44-A84E-975F-5F539E5F8CDC}" dt="2025-07-14T19:44:19.914" v="364" actId="2696"/>
        <pc:sldMkLst>
          <pc:docMk/>
          <pc:sldMk cId="3419563767" sldId="311"/>
        </pc:sldMkLst>
      </pc:sldChg>
      <pc:sldChg chg="addSp delSp modSp del mod">
        <pc:chgData name="Jessica Johnson" userId="2fa3b05a-0f24-4f04-bd66-8b91b06ff392" providerId="ADAL" clId="{C31B7D75-9B44-A84E-975F-5F539E5F8CDC}" dt="2025-07-14T19:51:49.287" v="519" actId="2696"/>
        <pc:sldMkLst>
          <pc:docMk/>
          <pc:sldMk cId="2539263554" sldId="312"/>
        </pc:sldMkLst>
      </pc:sldChg>
      <pc:sldChg chg="delSp del mod">
        <pc:chgData name="Jessica Johnson" userId="2fa3b05a-0f24-4f04-bd66-8b91b06ff392" providerId="ADAL" clId="{C31B7D75-9B44-A84E-975F-5F539E5F8CDC}" dt="2025-07-14T19:58:15.693" v="715" actId="2696"/>
        <pc:sldMkLst>
          <pc:docMk/>
          <pc:sldMk cId="2068130573" sldId="313"/>
        </pc:sldMkLst>
      </pc:sldChg>
      <pc:sldChg chg="addSp delSp modSp mod chgLayout">
        <pc:chgData name="Jessica Johnson" userId="2fa3b05a-0f24-4f04-bd66-8b91b06ff392" providerId="ADAL" clId="{C31B7D75-9B44-A84E-975F-5F539E5F8CDC}" dt="2025-07-16T19:22:10.510" v="3402" actId="20577"/>
        <pc:sldMkLst>
          <pc:docMk/>
          <pc:sldMk cId="1998827404" sldId="314"/>
        </pc:sldMkLst>
        <pc:spChg chg="mod ord">
          <ac:chgData name="Jessica Johnson" userId="2fa3b05a-0f24-4f04-bd66-8b91b06ff392" providerId="ADAL" clId="{C31B7D75-9B44-A84E-975F-5F539E5F8CDC}" dt="2025-07-16T19:22:10.510" v="3402" actId="20577"/>
          <ac:spMkLst>
            <pc:docMk/>
            <pc:sldMk cId="1998827404" sldId="314"/>
            <ac:spMk id="2" creationId="{8A24AA50-4349-0B4C-4303-65C8743FDF65}"/>
          </ac:spMkLst>
        </pc:spChg>
        <pc:spChg chg="add del mod">
          <ac:chgData name="Jessica Johnson" userId="2fa3b05a-0f24-4f04-bd66-8b91b06ff392" providerId="ADAL" clId="{C31B7D75-9B44-A84E-975F-5F539E5F8CDC}" dt="2025-07-16T19:22:06.202" v="3401" actId="6264"/>
          <ac:spMkLst>
            <pc:docMk/>
            <pc:sldMk cId="1998827404" sldId="314"/>
            <ac:spMk id="3" creationId="{B387F675-F2AF-F3EA-12EB-2D1A32EB59B7}"/>
          </ac:spMkLst>
        </pc:spChg>
      </pc:sldChg>
      <pc:sldChg chg="addSp delSp modSp mod chgLayout">
        <pc:chgData name="Jessica Johnson" userId="2fa3b05a-0f24-4f04-bd66-8b91b06ff392" providerId="ADAL" clId="{C31B7D75-9B44-A84E-975F-5F539E5F8CDC}" dt="2025-07-16T19:22:20.467" v="3405" actId="14100"/>
        <pc:sldMkLst>
          <pc:docMk/>
          <pc:sldMk cId="2932011542" sldId="316"/>
        </pc:sldMkLst>
        <pc:spChg chg="add del mod">
          <ac:chgData name="Jessica Johnson" userId="2fa3b05a-0f24-4f04-bd66-8b91b06ff392" providerId="ADAL" clId="{C31B7D75-9B44-A84E-975F-5F539E5F8CDC}" dt="2025-07-16T19:22:00.483" v="3400" actId="6264"/>
          <ac:spMkLst>
            <pc:docMk/>
            <pc:sldMk cId="2932011542" sldId="316"/>
            <ac:spMk id="2" creationId="{E46C2C57-0A4E-B546-60E2-E224C309A437}"/>
          </ac:spMkLst>
        </pc:spChg>
        <pc:spChg chg="mod ord">
          <ac:chgData name="Jessica Johnson" userId="2fa3b05a-0f24-4f04-bd66-8b91b06ff392" providerId="ADAL" clId="{C31B7D75-9B44-A84E-975F-5F539E5F8CDC}" dt="2025-07-16T19:22:20.467" v="3405" actId="14100"/>
          <ac:spMkLst>
            <pc:docMk/>
            <pc:sldMk cId="2932011542" sldId="316"/>
            <ac:spMk id="3" creationId="{F59AD65E-6CF9-609C-42E2-6AF2DC9D1090}"/>
          </ac:spMkLst>
        </pc:spChg>
      </pc:sldChg>
      <pc:sldChg chg="addSp delSp modSp mod chgLayout">
        <pc:chgData name="Jessica Johnson" userId="2fa3b05a-0f24-4f04-bd66-8b91b06ff392" providerId="ADAL" clId="{C31B7D75-9B44-A84E-975F-5F539E5F8CDC}" dt="2025-07-16T14:05:25.669" v="1854" actId="700"/>
        <pc:sldMkLst>
          <pc:docMk/>
          <pc:sldMk cId="932568401" sldId="320"/>
        </pc:sldMkLst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2" creationId="{9B93F181-6EF3-1D42-0082-D43E9CFB7869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4" creationId="{5040C6BF-44A6-FD6A-75C2-DF124121904A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7" creationId="{568C4982-B50B-3BE4-5440-B679DF569130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8" creationId="{B3D343C9-37C4-3B42-F4A4-52B56EB54880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9" creationId="{B163764E-04BC-0A9A-EDA3-0AF7A7639CDA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11" creationId="{58D5915E-26DD-841D-CACB-AD5E3AEE9BB3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12" creationId="{65F259D5-6AA7-083D-3774-B71B5A3A5645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13" creationId="{73FB3CC1-21F0-86FA-08C7-4337F433085C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15" creationId="{EA7901AE-5F4E-AEBA-5432-032280D22698}"/>
          </ac:spMkLst>
        </pc:spChg>
        <pc:spChg chg="add del mod ord">
          <ac:chgData name="Jessica Johnson" userId="2fa3b05a-0f24-4f04-bd66-8b91b06ff392" providerId="ADAL" clId="{C31B7D75-9B44-A84E-975F-5F539E5F8CDC}" dt="2025-07-16T14:05:14.936" v="1850" actId="700"/>
          <ac:spMkLst>
            <pc:docMk/>
            <pc:sldMk cId="932568401" sldId="320"/>
            <ac:spMk id="17" creationId="{4A1C2873-3B10-417A-2FBE-B9CBDFAAF175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26" creationId="{78309592-2C24-5D37-9B81-00B04F90E146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28" creationId="{C8069969-A19D-DADE-A8A2-8AD13E1C4785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29" creationId="{070489CA-B308-DF94-13C7-8B3BA09BF758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30" creationId="{3B93C62C-7309-484F-9375-81B26E10610D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35" creationId="{3D2E3BED-8479-BBED-8843-A2326FC07F1B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38" creationId="{0813BDBF-D4F9-F59C-B5AD-E06441652051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40" creationId="{F035E46A-17BC-461B-C813-4EAE6AE74474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42" creationId="{11224785-B38C-F7A2-45C5-E90CF427217C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44" creationId="{6993795B-BB2E-13BE-FD64-7481168F0EF2}"/>
          </ac:spMkLst>
        </pc:spChg>
        <pc:spChg chg="add del mod ord">
          <ac:chgData name="Jessica Johnson" userId="2fa3b05a-0f24-4f04-bd66-8b91b06ff392" providerId="ADAL" clId="{C31B7D75-9B44-A84E-975F-5F539E5F8CDC}" dt="2025-07-16T14:05:25.669" v="1854" actId="700"/>
          <ac:spMkLst>
            <pc:docMk/>
            <pc:sldMk cId="932568401" sldId="320"/>
            <ac:spMk id="45" creationId="{7F261B40-244C-BCFE-1E61-C2A7BC49B336}"/>
          </ac:spMkLst>
        </pc:spChg>
      </pc:sldChg>
      <pc:sldChg chg="modSp del mod">
        <pc:chgData name="Jessica Johnson" userId="2fa3b05a-0f24-4f04-bd66-8b91b06ff392" providerId="ADAL" clId="{C31B7D75-9B44-A84E-975F-5F539E5F8CDC}" dt="2025-07-16T19:21:04.621" v="3373" actId="2696"/>
        <pc:sldMkLst>
          <pc:docMk/>
          <pc:sldMk cId="3843780248" sldId="323"/>
        </pc:sldMkLst>
        <pc:spChg chg="mod">
          <ac:chgData name="Jessica Johnson" userId="2fa3b05a-0f24-4f04-bd66-8b91b06ff392" providerId="ADAL" clId="{C31B7D75-9B44-A84E-975F-5F539E5F8CDC}" dt="2025-07-16T19:16:45.706" v="3371" actId="20577"/>
          <ac:spMkLst>
            <pc:docMk/>
            <pc:sldMk cId="3843780248" sldId="323"/>
            <ac:spMk id="3" creationId="{D5D4157D-F65A-E85C-46B9-0318A8B181E7}"/>
          </ac:spMkLst>
        </pc:spChg>
      </pc:sldChg>
      <pc:sldChg chg="delSp del mod">
        <pc:chgData name="Jessica Johnson" userId="2fa3b05a-0f24-4f04-bd66-8b91b06ff392" providerId="ADAL" clId="{C31B7D75-9B44-A84E-975F-5F539E5F8CDC}" dt="2025-07-16T14:10:59.268" v="2070" actId="2696"/>
        <pc:sldMkLst>
          <pc:docMk/>
          <pc:sldMk cId="2923819297" sldId="324"/>
        </pc:sldMkLst>
        <pc:picChg chg="del">
          <ac:chgData name="Jessica Johnson" userId="2fa3b05a-0f24-4f04-bd66-8b91b06ff392" providerId="ADAL" clId="{C31B7D75-9B44-A84E-975F-5F539E5F8CDC}" dt="2025-07-16T14:10:10.960" v="2063" actId="478"/>
          <ac:picMkLst>
            <pc:docMk/>
            <pc:sldMk cId="2923819297" sldId="324"/>
            <ac:picMk id="26" creationId="{793F72DE-7037-FC4B-88B2-50E54D2D7FB6}"/>
          </ac:picMkLst>
        </pc:picChg>
        <pc:picChg chg="del">
          <ac:chgData name="Jessica Johnson" userId="2fa3b05a-0f24-4f04-bd66-8b91b06ff392" providerId="ADAL" clId="{C31B7D75-9B44-A84E-975F-5F539E5F8CDC}" dt="2025-07-16T14:10:09.839" v="2062" actId="478"/>
          <ac:picMkLst>
            <pc:docMk/>
            <pc:sldMk cId="2923819297" sldId="324"/>
            <ac:picMk id="38" creationId="{E8710E82-3AD9-AE4A-9C91-83283E802119}"/>
          </ac:picMkLst>
        </pc:picChg>
        <pc:picChg chg="del">
          <ac:chgData name="Jessica Johnson" userId="2fa3b05a-0f24-4f04-bd66-8b91b06ff392" providerId="ADAL" clId="{C31B7D75-9B44-A84E-975F-5F539E5F8CDC}" dt="2025-07-16T14:10:08.568" v="2061" actId="478"/>
          <ac:picMkLst>
            <pc:docMk/>
            <pc:sldMk cId="2923819297" sldId="324"/>
            <ac:picMk id="46" creationId="{AC05613E-54F6-3A46-B475-7956842C4156}"/>
          </ac:picMkLst>
        </pc:picChg>
      </pc:sldChg>
      <pc:sldChg chg="delSp del mod">
        <pc:chgData name="Jessica Johnson" userId="2fa3b05a-0f24-4f04-bd66-8b91b06ff392" providerId="ADAL" clId="{C31B7D75-9B44-A84E-975F-5F539E5F8CDC}" dt="2025-07-16T14:16:51.296" v="2323" actId="2696"/>
        <pc:sldMkLst>
          <pc:docMk/>
          <pc:sldMk cId="2150358765" sldId="325"/>
        </pc:sldMkLst>
        <pc:picChg chg="del">
          <ac:chgData name="Jessica Johnson" userId="2fa3b05a-0f24-4f04-bd66-8b91b06ff392" providerId="ADAL" clId="{C31B7D75-9B44-A84E-975F-5F539E5F8CDC}" dt="2025-07-16T14:13:00" v="2154" actId="478"/>
          <ac:picMkLst>
            <pc:docMk/>
            <pc:sldMk cId="2150358765" sldId="325"/>
            <ac:picMk id="26" creationId="{41A519CE-E8D7-9541-ABBF-B1015EA58FDE}"/>
          </ac:picMkLst>
        </pc:picChg>
        <pc:picChg chg="del">
          <ac:chgData name="Jessica Johnson" userId="2fa3b05a-0f24-4f04-bd66-8b91b06ff392" providerId="ADAL" clId="{C31B7D75-9B44-A84E-975F-5F539E5F8CDC}" dt="2025-07-16T14:13:00" v="2154" actId="478"/>
          <ac:picMkLst>
            <pc:docMk/>
            <pc:sldMk cId="2150358765" sldId="325"/>
            <ac:picMk id="34" creationId="{268D85FC-137C-AC49-9C46-BBD9FEADD9CD}"/>
          </ac:picMkLst>
        </pc:picChg>
        <pc:picChg chg="del">
          <ac:chgData name="Jessica Johnson" userId="2fa3b05a-0f24-4f04-bd66-8b91b06ff392" providerId="ADAL" clId="{C31B7D75-9B44-A84E-975F-5F539E5F8CDC}" dt="2025-07-16T14:13:00" v="2154" actId="478"/>
          <ac:picMkLst>
            <pc:docMk/>
            <pc:sldMk cId="2150358765" sldId="325"/>
            <ac:picMk id="36" creationId="{F9EF52C0-A4A5-B842-B301-F055C5FBE528}"/>
          </ac:picMkLst>
        </pc:picChg>
        <pc:picChg chg="del">
          <ac:chgData name="Jessica Johnson" userId="2fa3b05a-0f24-4f04-bd66-8b91b06ff392" providerId="ADAL" clId="{C31B7D75-9B44-A84E-975F-5F539E5F8CDC}" dt="2025-07-16T14:13:00" v="2154" actId="478"/>
          <ac:picMkLst>
            <pc:docMk/>
            <pc:sldMk cId="2150358765" sldId="325"/>
            <ac:picMk id="44" creationId="{7A1BA10F-5150-234C-9331-4D0E16F827D6}"/>
          </ac:picMkLst>
        </pc:picChg>
      </pc:sldChg>
      <pc:sldChg chg="del">
        <pc:chgData name="Jessica Johnson" userId="2fa3b05a-0f24-4f04-bd66-8b91b06ff392" providerId="ADAL" clId="{C31B7D75-9B44-A84E-975F-5F539E5F8CDC}" dt="2025-07-16T14:19:20.174" v="2451" actId="2696"/>
        <pc:sldMkLst>
          <pc:docMk/>
          <pc:sldMk cId="348058029" sldId="326"/>
        </pc:sldMkLst>
      </pc:sldChg>
      <pc:sldChg chg="delSp del mod">
        <pc:chgData name="Jessica Johnson" userId="2fa3b05a-0f24-4f04-bd66-8b91b06ff392" providerId="ADAL" clId="{C31B7D75-9B44-A84E-975F-5F539E5F8CDC}" dt="2025-07-14T20:02:26.274" v="999" actId="2696"/>
        <pc:sldMkLst>
          <pc:docMk/>
          <pc:sldMk cId="734054944" sldId="327"/>
        </pc:sldMkLst>
      </pc:sldChg>
      <pc:sldChg chg="delSp del mod">
        <pc:chgData name="Jessica Johnson" userId="2fa3b05a-0f24-4f04-bd66-8b91b06ff392" providerId="ADAL" clId="{C31B7D75-9B44-A84E-975F-5F539E5F8CDC}" dt="2025-07-16T15:22:22.653" v="3356" actId="2696"/>
        <pc:sldMkLst>
          <pc:docMk/>
          <pc:sldMk cId="913154023" sldId="328"/>
        </pc:sldMkLst>
        <pc:picChg chg="del">
          <ac:chgData name="Jessica Johnson" userId="2fa3b05a-0f24-4f04-bd66-8b91b06ff392" providerId="ADAL" clId="{C31B7D75-9B44-A84E-975F-5F539E5F8CDC}" dt="2025-07-16T15:20:05.290" v="3227" actId="478"/>
          <ac:picMkLst>
            <pc:docMk/>
            <pc:sldMk cId="913154023" sldId="328"/>
            <ac:picMk id="35" creationId="{0645D526-E99E-C340-9D71-31534FFE2127}"/>
          </ac:picMkLst>
        </pc:picChg>
        <pc:picChg chg="del">
          <ac:chgData name="Jessica Johnson" userId="2fa3b05a-0f24-4f04-bd66-8b91b06ff392" providerId="ADAL" clId="{C31B7D75-9B44-A84E-975F-5F539E5F8CDC}" dt="2025-07-16T15:20:05.290" v="3227" actId="478"/>
          <ac:picMkLst>
            <pc:docMk/>
            <pc:sldMk cId="913154023" sldId="328"/>
            <ac:picMk id="39" creationId="{03941CA5-12C4-6243-AAA7-5A4B87EFAEAF}"/>
          </ac:picMkLst>
        </pc:picChg>
      </pc:sldChg>
      <pc:sldChg chg="del">
        <pc:chgData name="Jessica Johnson" userId="2fa3b05a-0f24-4f04-bd66-8b91b06ff392" providerId="ADAL" clId="{C31B7D75-9B44-A84E-975F-5F539E5F8CDC}" dt="2025-07-14T20:06:31.249" v="1163" actId="2696"/>
        <pc:sldMkLst>
          <pc:docMk/>
          <pc:sldMk cId="2752188047" sldId="329"/>
        </pc:sldMkLst>
      </pc:sldChg>
      <pc:sldChg chg="delSp del mod">
        <pc:chgData name="Jessica Johnson" userId="2fa3b05a-0f24-4f04-bd66-8b91b06ff392" providerId="ADAL" clId="{C31B7D75-9B44-A84E-975F-5F539E5F8CDC}" dt="2025-07-14T20:16:48.553" v="1448" actId="2696"/>
        <pc:sldMkLst>
          <pc:docMk/>
          <pc:sldMk cId="1054819845" sldId="330"/>
        </pc:sldMkLst>
      </pc:sldChg>
      <pc:sldChg chg="delSp del mod">
        <pc:chgData name="Jessica Johnson" userId="2fa3b05a-0f24-4f04-bd66-8b91b06ff392" providerId="ADAL" clId="{C31B7D75-9B44-A84E-975F-5F539E5F8CDC}" dt="2025-07-16T14:56:56.005" v="2703" actId="2696"/>
        <pc:sldMkLst>
          <pc:docMk/>
          <pc:sldMk cId="1597933109" sldId="331"/>
        </pc:sldMkLst>
        <pc:picChg chg="del">
          <ac:chgData name="Jessica Johnson" userId="2fa3b05a-0f24-4f04-bd66-8b91b06ff392" providerId="ADAL" clId="{C31B7D75-9B44-A84E-975F-5F539E5F8CDC}" dt="2025-07-16T14:26:28.391" v="2545" actId="478"/>
          <ac:picMkLst>
            <pc:docMk/>
            <pc:sldMk cId="1597933109" sldId="331"/>
            <ac:picMk id="25" creationId="{93CE2D1D-DABC-B947-9D3E-FE67E41F5F9D}"/>
          </ac:picMkLst>
        </pc:picChg>
        <pc:picChg chg="del">
          <ac:chgData name="Jessica Johnson" userId="2fa3b05a-0f24-4f04-bd66-8b91b06ff392" providerId="ADAL" clId="{C31B7D75-9B44-A84E-975F-5F539E5F8CDC}" dt="2025-07-16T14:52:46.679" v="2552" actId="478"/>
          <ac:picMkLst>
            <pc:docMk/>
            <pc:sldMk cId="1597933109" sldId="331"/>
            <ac:picMk id="27" creationId="{BE2E8C5E-5587-BA41-A8B3-7AB82DF48232}"/>
          </ac:picMkLst>
        </pc:picChg>
        <pc:picChg chg="del">
          <ac:chgData name="Jessica Johnson" userId="2fa3b05a-0f24-4f04-bd66-8b91b06ff392" providerId="ADAL" clId="{C31B7D75-9B44-A84E-975F-5F539E5F8CDC}" dt="2025-07-16T14:52:46.679" v="2552" actId="478"/>
          <ac:picMkLst>
            <pc:docMk/>
            <pc:sldMk cId="1597933109" sldId="331"/>
            <ac:picMk id="29" creationId="{A9353334-142C-6843-8AAD-11902E197708}"/>
          </ac:picMkLst>
        </pc:picChg>
        <pc:picChg chg="del">
          <ac:chgData name="Jessica Johnson" userId="2fa3b05a-0f24-4f04-bd66-8b91b06ff392" providerId="ADAL" clId="{C31B7D75-9B44-A84E-975F-5F539E5F8CDC}" dt="2025-07-16T14:52:46.679" v="2552" actId="478"/>
          <ac:picMkLst>
            <pc:docMk/>
            <pc:sldMk cId="1597933109" sldId="331"/>
            <ac:picMk id="31" creationId="{0FB44226-67D9-324E-B333-A8FC3EF14433}"/>
          </ac:picMkLst>
        </pc:picChg>
        <pc:picChg chg="del">
          <ac:chgData name="Jessica Johnson" userId="2fa3b05a-0f24-4f04-bd66-8b91b06ff392" providerId="ADAL" clId="{C31B7D75-9B44-A84E-975F-5F539E5F8CDC}" dt="2025-07-16T14:26:29.795" v="2546" actId="478"/>
          <ac:picMkLst>
            <pc:docMk/>
            <pc:sldMk cId="1597933109" sldId="331"/>
            <ac:picMk id="41" creationId="{8EB3746F-D471-7040-B000-EBF9AC0DC3DC}"/>
          </ac:picMkLst>
        </pc:picChg>
      </pc:sldChg>
      <pc:sldChg chg="delSp del mod">
        <pc:chgData name="Jessica Johnson" userId="2fa3b05a-0f24-4f04-bd66-8b91b06ff392" providerId="ADAL" clId="{C31B7D75-9B44-A84E-975F-5F539E5F8CDC}" dt="2025-07-16T14:56:58.738" v="2704" actId="2696"/>
        <pc:sldMkLst>
          <pc:docMk/>
          <pc:sldMk cId="2391655227" sldId="332"/>
        </pc:sldMkLst>
        <pc:picChg chg="del">
          <ac:chgData name="Jessica Johnson" userId="2fa3b05a-0f24-4f04-bd66-8b91b06ff392" providerId="ADAL" clId="{C31B7D75-9B44-A84E-975F-5F539E5F8CDC}" dt="2025-07-16T14:26:35.673" v="2547" actId="478"/>
          <ac:picMkLst>
            <pc:docMk/>
            <pc:sldMk cId="2391655227" sldId="332"/>
            <ac:picMk id="30" creationId="{57D3F12F-D8F0-F541-BD34-DCCB58FF862B}"/>
          </ac:picMkLst>
        </pc:picChg>
        <pc:picChg chg="del">
          <ac:chgData name="Jessica Johnson" userId="2fa3b05a-0f24-4f04-bd66-8b91b06ff392" providerId="ADAL" clId="{C31B7D75-9B44-A84E-975F-5F539E5F8CDC}" dt="2025-07-16T14:26:35.673" v="2547" actId="478"/>
          <ac:picMkLst>
            <pc:docMk/>
            <pc:sldMk cId="2391655227" sldId="332"/>
            <ac:picMk id="32" creationId="{222FA946-1925-4A47-B681-BF60B0C9DCCE}"/>
          </ac:picMkLst>
        </pc:picChg>
        <pc:picChg chg="del">
          <ac:chgData name="Jessica Johnson" userId="2fa3b05a-0f24-4f04-bd66-8b91b06ff392" providerId="ADAL" clId="{C31B7D75-9B44-A84E-975F-5F539E5F8CDC}" dt="2025-07-16T14:26:35.673" v="2547" actId="478"/>
          <ac:picMkLst>
            <pc:docMk/>
            <pc:sldMk cId="2391655227" sldId="332"/>
            <ac:picMk id="34" creationId="{2BB2768D-7BF7-C34E-80AB-95AE1FB4D730}"/>
          </ac:picMkLst>
        </pc:picChg>
        <pc:picChg chg="del">
          <ac:chgData name="Jessica Johnson" userId="2fa3b05a-0f24-4f04-bd66-8b91b06ff392" providerId="ADAL" clId="{C31B7D75-9B44-A84E-975F-5F539E5F8CDC}" dt="2025-07-16T14:26:35.673" v="2547" actId="478"/>
          <ac:picMkLst>
            <pc:docMk/>
            <pc:sldMk cId="2391655227" sldId="332"/>
            <ac:picMk id="36" creationId="{8EC6F655-B628-0942-97AC-4E8B6967DA81}"/>
          </ac:picMkLst>
        </pc:picChg>
      </pc:sldChg>
      <pc:sldChg chg="modSp del mod">
        <pc:chgData name="Jessica Johnson" userId="2fa3b05a-0f24-4f04-bd66-8b91b06ff392" providerId="ADAL" clId="{C31B7D75-9B44-A84E-975F-5F539E5F8CDC}" dt="2025-07-14T19:32:15.173" v="197" actId="2696"/>
        <pc:sldMkLst>
          <pc:docMk/>
          <pc:sldMk cId="3639390915" sldId="334"/>
        </pc:sldMkLst>
      </pc:sldChg>
      <pc:sldChg chg="addSp delSp modSp new mod">
        <pc:chgData name="Jessica Johnson" userId="2fa3b05a-0f24-4f04-bd66-8b91b06ff392" providerId="ADAL" clId="{C31B7D75-9B44-A84E-975F-5F539E5F8CDC}" dt="2025-07-14T19:31:59.930" v="196" actId="20577"/>
        <pc:sldMkLst>
          <pc:docMk/>
          <pc:sldMk cId="2488888915" sldId="335"/>
        </pc:sldMkLst>
        <pc:spChg chg="mod">
          <ac:chgData name="Jessica Johnson" userId="2fa3b05a-0f24-4f04-bd66-8b91b06ff392" providerId="ADAL" clId="{C31B7D75-9B44-A84E-975F-5F539E5F8CDC}" dt="2025-07-14T19:24:31.432" v="41" actId="20577"/>
          <ac:spMkLst>
            <pc:docMk/>
            <pc:sldMk cId="2488888915" sldId="335"/>
            <ac:spMk id="2" creationId="{1BCDEFAD-79E6-4826-BEDA-40578F8957B1}"/>
          </ac:spMkLst>
        </pc:spChg>
        <pc:spChg chg="mod">
          <ac:chgData name="Jessica Johnson" userId="2fa3b05a-0f24-4f04-bd66-8b91b06ff392" providerId="ADAL" clId="{C31B7D75-9B44-A84E-975F-5F539E5F8CDC}" dt="2025-07-14T19:25:15.012" v="48" actId="20577"/>
          <ac:spMkLst>
            <pc:docMk/>
            <pc:sldMk cId="2488888915" sldId="335"/>
            <ac:spMk id="3" creationId="{520516A6-55DA-D078-F0E9-BE0B4BF37940}"/>
          </ac:spMkLst>
        </pc:spChg>
        <pc:spChg chg="mod">
          <ac:chgData name="Jessica Johnson" userId="2fa3b05a-0f24-4f04-bd66-8b91b06ff392" providerId="ADAL" clId="{C31B7D75-9B44-A84E-975F-5F539E5F8CDC}" dt="2025-07-14T19:25:22.091" v="50" actId="20577"/>
          <ac:spMkLst>
            <pc:docMk/>
            <pc:sldMk cId="2488888915" sldId="335"/>
            <ac:spMk id="4" creationId="{F422527C-AA2B-9011-CE22-2309715DBB89}"/>
          </ac:spMkLst>
        </pc:spChg>
        <pc:spChg chg="mod">
          <ac:chgData name="Jessica Johnson" userId="2fa3b05a-0f24-4f04-bd66-8b91b06ff392" providerId="ADAL" clId="{C31B7D75-9B44-A84E-975F-5F539E5F8CDC}" dt="2025-07-14T19:25:31.515" v="52" actId="20577"/>
          <ac:spMkLst>
            <pc:docMk/>
            <pc:sldMk cId="2488888915" sldId="335"/>
            <ac:spMk id="5" creationId="{DF4474DA-5BF1-315C-A050-164FDE37F5F3}"/>
          </ac:spMkLst>
        </pc:spChg>
        <pc:spChg chg="mod">
          <ac:chgData name="Jessica Johnson" userId="2fa3b05a-0f24-4f04-bd66-8b91b06ff392" providerId="ADAL" clId="{C31B7D75-9B44-A84E-975F-5F539E5F8CDC}" dt="2025-07-14T19:25:38.866" v="54" actId="20577"/>
          <ac:spMkLst>
            <pc:docMk/>
            <pc:sldMk cId="2488888915" sldId="335"/>
            <ac:spMk id="6" creationId="{434F74E0-4107-C3EC-FC5A-442F284C134A}"/>
          </ac:spMkLst>
        </pc:spChg>
        <pc:spChg chg="mod">
          <ac:chgData name="Jessica Johnson" userId="2fa3b05a-0f24-4f04-bd66-8b91b06ff392" providerId="ADAL" clId="{C31B7D75-9B44-A84E-975F-5F539E5F8CDC}" dt="2025-07-14T19:26:23.695" v="62" actId="20577"/>
          <ac:spMkLst>
            <pc:docMk/>
            <pc:sldMk cId="2488888915" sldId="335"/>
            <ac:spMk id="7" creationId="{B9BAB8EC-D514-FA53-001C-79DD60128971}"/>
          </ac:spMkLst>
        </pc:spChg>
        <pc:spChg chg="mod">
          <ac:chgData name="Jessica Johnson" userId="2fa3b05a-0f24-4f04-bd66-8b91b06ff392" providerId="ADAL" clId="{C31B7D75-9B44-A84E-975F-5F539E5F8CDC}" dt="2025-07-14T19:27:38.906" v="101" actId="20577"/>
          <ac:spMkLst>
            <pc:docMk/>
            <pc:sldMk cId="2488888915" sldId="335"/>
            <ac:spMk id="8" creationId="{9E2D2D75-0CFB-FBB0-F836-06E003B29AEF}"/>
          </ac:spMkLst>
        </pc:spChg>
        <pc:spChg chg="mod">
          <ac:chgData name="Jessica Johnson" userId="2fa3b05a-0f24-4f04-bd66-8b91b06ff392" providerId="ADAL" clId="{C31B7D75-9B44-A84E-975F-5F539E5F8CDC}" dt="2025-07-14T19:28:44.193" v="109" actId="20577"/>
          <ac:spMkLst>
            <pc:docMk/>
            <pc:sldMk cId="2488888915" sldId="335"/>
            <ac:spMk id="9" creationId="{D04439B7-EF7D-1463-310F-30AE3B4972B3}"/>
          </ac:spMkLst>
        </pc:spChg>
        <pc:spChg chg="mod">
          <ac:chgData name="Jessica Johnson" userId="2fa3b05a-0f24-4f04-bd66-8b91b06ff392" providerId="ADAL" clId="{C31B7D75-9B44-A84E-975F-5F539E5F8CDC}" dt="2025-07-14T19:28:48.282" v="120" actId="20577"/>
          <ac:spMkLst>
            <pc:docMk/>
            <pc:sldMk cId="2488888915" sldId="335"/>
            <ac:spMk id="10" creationId="{781B8FD2-50D9-4B71-C4E0-47ABD88F4B16}"/>
          </ac:spMkLst>
        </pc:spChg>
        <pc:spChg chg="mod">
          <ac:chgData name="Jessica Johnson" userId="2fa3b05a-0f24-4f04-bd66-8b91b06ff392" providerId="ADAL" clId="{C31B7D75-9B44-A84E-975F-5F539E5F8CDC}" dt="2025-07-14T19:29:00.910" v="126" actId="20577"/>
          <ac:spMkLst>
            <pc:docMk/>
            <pc:sldMk cId="2488888915" sldId="335"/>
            <ac:spMk id="11" creationId="{C1E145F4-3AB6-D757-B578-564D477328F1}"/>
          </ac:spMkLst>
        </pc:spChg>
        <pc:spChg chg="mod">
          <ac:chgData name="Jessica Johnson" userId="2fa3b05a-0f24-4f04-bd66-8b91b06ff392" providerId="ADAL" clId="{C31B7D75-9B44-A84E-975F-5F539E5F8CDC}" dt="2025-07-14T19:29:09.657" v="128" actId="20577"/>
          <ac:spMkLst>
            <pc:docMk/>
            <pc:sldMk cId="2488888915" sldId="335"/>
            <ac:spMk id="12" creationId="{CBB0569E-C6A5-BD4F-41AE-067866F58592}"/>
          </ac:spMkLst>
        </pc:spChg>
        <pc:spChg chg="mod">
          <ac:chgData name="Jessica Johnson" userId="2fa3b05a-0f24-4f04-bd66-8b91b06ff392" providerId="ADAL" clId="{C31B7D75-9B44-A84E-975F-5F539E5F8CDC}" dt="2025-07-14T19:29:16.330" v="130" actId="20577"/>
          <ac:spMkLst>
            <pc:docMk/>
            <pc:sldMk cId="2488888915" sldId="335"/>
            <ac:spMk id="13" creationId="{0E356514-C592-C134-434C-2BB0C9664245}"/>
          </ac:spMkLst>
        </pc:spChg>
        <pc:spChg chg="mod">
          <ac:chgData name="Jessica Johnson" userId="2fa3b05a-0f24-4f04-bd66-8b91b06ff392" providerId="ADAL" clId="{C31B7D75-9B44-A84E-975F-5F539E5F8CDC}" dt="2025-07-14T19:29:26.845" v="132" actId="20577"/>
          <ac:spMkLst>
            <pc:docMk/>
            <pc:sldMk cId="2488888915" sldId="335"/>
            <ac:spMk id="14" creationId="{7C9A665B-AB69-49B7-80CF-702A4782310B}"/>
          </ac:spMkLst>
        </pc:spChg>
        <pc:spChg chg="mod">
          <ac:chgData name="Jessica Johnson" userId="2fa3b05a-0f24-4f04-bd66-8b91b06ff392" providerId="ADAL" clId="{C31B7D75-9B44-A84E-975F-5F539E5F8CDC}" dt="2025-07-14T19:30:32.944" v="135" actId="20577"/>
          <ac:spMkLst>
            <pc:docMk/>
            <pc:sldMk cId="2488888915" sldId="335"/>
            <ac:spMk id="15" creationId="{4E8648F3-3365-E1C7-BC1E-0D638CBB7935}"/>
          </ac:spMkLst>
        </pc:spChg>
        <pc:spChg chg="mod">
          <ac:chgData name="Jessica Johnson" userId="2fa3b05a-0f24-4f04-bd66-8b91b06ff392" providerId="ADAL" clId="{C31B7D75-9B44-A84E-975F-5F539E5F8CDC}" dt="2025-07-14T19:30:42.710" v="137" actId="20577"/>
          <ac:spMkLst>
            <pc:docMk/>
            <pc:sldMk cId="2488888915" sldId="335"/>
            <ac:spMk id="16" creationId="{208FE4B2-7325-F919-B184-016A4741ACB2}"/>
          </ac:spMkLst>
        </pc:spChg>
        <pc:spChg chg="mod">
          <ac:chgData name="Jessica Johnson" userId="2fa3b05a-0f24-4f04-bd66-8b91b06ff392" providerId="ADAL" clId="{C31B7D75-9B44-A84E-975F-5F539E5F8CDC}" dt="2025-07-14T19:31:19.679" v="145" actId="20577"/>
          <ac:spMkLst>
            <pc:docMk/>
            <pc:sldMk cId="2488888915" sldId="335"/>
            <ac:spMk id="17" creationId="{744B40A1-CD7B-8683-E39D-86E0A5CD9F1F}"/>
          </ac:spMkLst>
        </pc:spChg>
        <pc:spChg chg="mod">
          <ac:chgData name="Jessica Johnson" userId="2fa3b05a-0f24-4f04-bd66-8b91b06ff392" providerId="ADAL" clId="{C31B7D75-9B44-A84E-975F-5F539E5F8CDC}" dt="2025-07-14T19:31:28.694" v="148" actId="20577"/>
          <ac:spMkLst>
            <pc:docMk/>
            <pc:sldMk cId="2488888915" sldId="335"/>
            <ac:spMk id="18" creationId="{BE38773C-56C9-AFD3-E5DE-7826C2700289}"/>
          </ac:spMkLst>
        </pc:spChg>
        <pc:spChg chg="mod">
          <ac:chgData name="Jessica Johnson" userId="2fa3b05a-0f24-4f04-bd66-8b91b06ff392" providerId="ADAL" clId="{C31B7D75-9B44-A84E-975F-5F539E5F8CDC}" dt="2025-07-14T19:31:31.792" v="156" actId="20577"/>
          <ac:spMkLst>
            <pc:docMk/>
            <pc:sldMk cId="2488888915" sldId="335"/>
            <ac:spMk id="19" creationId="{077A8DAA-BA3D-E803-EBE0-D343BD4383AB}"/>
          </ac:spMkLst>
        </pc:spChg>
        <pc:spChg chg="mod">
          <ac:chgData name="Jessica Johnson" userId="2fa3b05a-0f24-4f04-bd66-8b91b06ff392" providerId="ADAL" clId="{C31B7D75-9B44-A84E-975F-5F539E5F8CDC}" dt="2025-07-14T19:31:35.722" v="164" actId="20577"/>
          <ac:spMkLst>
            <pc:docMk/>
            <pc:sldMk cId="2488888915" sldId="335"/>
            <ac:spMk id="20" creationId="{7E64B338-F6DD-2F37-6325-2C4A602AC75B}"/>
          </ac:spMkLst>
        </pc:spChg>
        <pc:spChg chg="mod">
          <ac:chgData name="Jessica Johnson" userId="2fa3b05a-0f24-4f04-bd66-8b91b06ff392" providerId="ADAL" clId="{C31B7D75-9B44-A84E-975F-5F539E5F8CDC}" dt="2025-07-14T19:31:47.176" v="176" actId="20577"/>
          <ac:spMkLst>
            <pc:docMk/>
            <pc:sldMk cId="2488888915" sldId="335"/>
            <ac:spMk id="21" creationId="{955FA8A7-72FE-E2A7-ABDC-CD334D4671FF}"/>
          </ac:spMkLst>
        </pc:spChg>
        <pc:spChg chg="mod">
          <ac:chgData name="Jessica Johnson" userId="2fa3b05a-0f24-4f04-bd66-8b91b06ff392" providerId="ADAL" clId="{C31B7D75-9B44-A84E-975F-5F539E5F8CDC}" dt="2025-07-14T19:31:55.208" v="184" actId="20577"/>
          <ac:spMkLst>
            <pc:docMk/>
            <pc:sldMk cId="2488888915" sldId="335"/>
            <ac:spMk id="22" creationId="{34BEF76F-8B2F-4F73-F16C-A17271926623}"/>
          </ac:spMkLst>
        </pc:spChg>
        <pc:spChg chg="mod">
          <ac:chgData name="Jessica Johnson" userId="2fa3b05a-0f24-4f04-bd66-8b91b06ff392" providerId="ADAL" clId="{C31B7D75-9B44-A84E-975F-5F539E5F8CDC}" dt="2025-07-14T19:31:59.930" v="196" actId="20577"/>
          <ac:spMkLst>
            <pc:docMk/>
            <pc:sldMk cId="2488888915" sldId="335"/>
            <ac:spMk id="23" creationId="{3A8A3670-F389-3C36-253D-446C35F4807E}"/>
          </ac:spMkLst>
        </pc:spChg>
        <pc:picChg chg="add mod">
          <ac:chgData name="Jessica Johnson" userId="2fa3b05a-0f24-4f04-bd66-8b91b06ff392" providerId="ADAL" clId="{C31B7D75-9B44-A84E-975F-5F539E5F8CDC}" dt="2025-07-14T19:24:41.252" v="43" actId="1076"/>
          <ac:picMkLst>
            <pc:docMk/>
            <pc:sldMk cId="2488888915" sldId="335"/>
            <ac:picMk id="24" creationId="{B04311FA-39C6-58A1-069E-0037EDF5F9DF}"/>
          </ac:picMkLst>
        </pc:picChg>
        <pc:picChg chg="add mod">
          <ac:chgData name="Jessica Johnson" userId="2fa3b05a-0f24-4f04-bd66-8b91b06ff392" providerId="ADAL" clId="{C31B7D75-9B44-A84E-975F-5F539E5F8CDC}" dt="2025-07-14T19:25:00.344" v="45" actId="1076"/>
          <ac:picMkLst>
            <pc:docMk/>
            <pc:sldMk cId="2488888915" sldId="335"/>
            <ac:picMk id="25" creationId="{A3D96C9D-B45C-5D94-1E77-D73516FAC751}"/>
          </ac:picMkLst>
        </pc:picChg>
        <pc:picChg chg="add mod">
          <ac:chgData name="Jessica Johnson" userId="2fa3b05a-0f24-4f04-bd66-8b91b06ff392" providerId="ADAL" clId="{C31B7D75-9B44-A84E-975F-5F539E5F8CDC}" dt="2025-07-14T19:25:05.943" v="46" actId="1076"/>
          <ac:picMkLst>
            <pc:docMk/>
            <pc:sldMk cId="2488888915" sldId="335"/>
            <ac:picMk id="26" creationId="{0E648B21-56D7-5194-4187-DF0313003A23}"/>
          </ac:picMkLst>
        </pc:picChg>
        <pc:picChg chg="add mod">
          <ac:chgData name="Jessica Johnson" userId="2fa3b05a-0f24-4f04-bd66-8b91b06ff392" providerId="ADAL" clId="{C31B7D75-9B44-A84E-975F-5F539E5F8CDC}" dt="2025-07-14T19:25:05.943" v="46" actId="1076"/>
          <ac:picMkLst>
            <pc:docMk/>
            <pc:sldMk cId="2488888915" sldId="335"/>
            <ac:picMk id="27" creationId="{CF73CE40-8DB4-6208-E84E-0867FCDF3253}"/>
          </ac:picMkLst>
        </pc:picChg>
        <pc:picChg chg="add mod">
          <ac:chgData name="Jessica Johnson" userId="2fa3b05a-0f24-4f04-bd66-8b91b06ff392" providerId="ADAL" clId="{C31B7D75-9B44-A84E-975F-5F539E5F8CDC}" dt="2025-07-14T19:27:42.410" v="102" actId="1076"/>
          <ac:picMkLst>
            <pc:docMk/>
            <pc:sldMk cId="2488888915" sldId="335"/>
            <ac:picMk id="28" creationId="{F7D26B11-AD26-3D6F-FA42-8C99B24B0193}"/>
          </ac:picMkLst>
        </pc:picChg>
        <pc:picChg chg="add del mod">
          <ac:chgData name="Jessica Johnson" userId="2fa3b05a-0f24-4f04-bd66-8b91b06ff392" providerId="ADAL" clId="{C31B7D75-9B44-A84E-975F-5F539E5F8CDC}" dt="2025-07-14T19:28:24.789" v="106" actId="1076"/>
          <ac:picMkLst>
            <pc:docMk/>
            <pc:sldMk cId="2488888915" sldId="335"/>
            <ac:picMk id="29" creationId="{0E6E19B6-A563-A686-8421-C0BFD32C2710}"/>
          </ac:picMkLst>
        </pc:picChg>
        <pc:picChg chg="add del mod">
          <ac:chgData name="Jessica Johnson" userId="2fa3b05a-0f24-4f04-bd66-8b91b06ff392" providerId="ADAL" clId="{C31B7D75-9B44-A84E-975F-5F539E5F8CDC}" dt="2025-07-14T19:28:29.479" v="107" actId="1076"/>
          <ac:picMkLst>
            <pc:docMk/>
            <pc:sldMk cId="2488888915" sldId="335"/>
            <ac:picMk id="30" creationId="{5A346663-7B6B-DF4B-557C-C970FA8F75B7}"/>
          </ac:picMkLst>
        </pc:picChg>
        <pc:picChg chg="add mod">
          <ac:chgData name="Jessica Johnson" userId="2fa3b05a-0f24-4f04-bd66-8b91b06ff392" providerId="ADAL" clId="{C31B7D75-9B44-A84E-975F-5F539E5F8CDC}" dt="2025-07-14T19:27:54.072" v="104" actId="1076"/>
          <ac:picMkLst>
            <pc:docMk/>
            <pc:sldMk cId="2488888915" sldId="335"/>
            <ac:picMk id="31" creationId="{3FD18F5C-5A71-6746-1F8E-C98DD19B2D53}"/>
          </ac:picMkLst>
        </pc:picChg>
        <pc:picChg chg="add mod">
          <ac:chgData name="Jessica Johnson" userId="2fa3b05a-0f24-4f04-bd66-8b91b06ff392" providerId="ADAL" clId="{C31B7D75-9B44-A84E-975F-5F539E5F8CDC}" dt="2025-07-14T19:28:41.475" v="108" actId="1076"/>
          <ac:picMkLst>
            <pc:docMk/>
            <pc:sldMk cId="2488888915" sldId="335"/>
            <ac:picMk id="32" creationId="{847AC1CB-A062-0A05-F389-D8A819E9517D}"/>
          </ac:picMkLst>
        </pc:picChg>
        <pc:picChg chg="add mod">
          <ac:chgData name="Jessica Johnson" userId="2fa3b05a-0f24-4f04-bd66-8b91b06ff392" providerId="ADAL" clId="{C31B7D75-9B44-A84E-975F-5F539E5F8CDC}" dt="2025-07-14T19:28:41.475" v="108" actId="1076"/>
          <ac:picMkLst>
            <pc:docMk/>
            <pc:sldMk cId="2488888915" sldId="335"/>
            <ac:picMk id="33" creationId="{BF966450-E41E-457F-459E-D30F17A69A5B}"/>
          </ac:picMkLst>
        </pc:picChg>
        <pc:picChg chg="add mod">
          <ac:chgData name="Jessica Johnson" userId="2fa3b05a-0f24-4f04-bd66-8b91b06ff392" providerId="ADAL" clId="{C31B7D75-9B44-A84E-975F-5F539E5F8CDC}" dt="2025-07-14T19:29:37.300" v="133" actId="1076"/>
          <ac:picMkLst>
            <pc:docMk/>
            <pc:sldMk cId="2488888915" sldId="335"/>
            <ac:picMk id="34" creationId="{E5B9C277-F711-75FA-C94B-59F048CD1C0B}"/>
          </ac:picMkLst>
        </pc:picChg>
        <pc:picChg chg="add mod">
          <ac:chgData name="Jessica Johnson" userId="2fa3b05a-0f24-4f04-bd66-8b91b06ff392" providerId="ADAL" clId="{C31B7D75-9B44-A84E-975F-5F539E5F8CDC}" dt="2025-07-14T19:28:41.475" v="108" actId="1076"/>
          <ac:picMkLst>
            <pc:docMk/>
            <pc:sldMk cId="2488888915" sldId="335"/>
            <ac:picMk id="35" creationId="{F2E54186-DF7F-E464-4719-870F3429AB45}"/>
          </ac:picMkLst>
        </pc:picChg>
        <pc:picChg chg="add mod">
          <ac:chgData name="Jessica Johnson" userId="2fa3b05a-0f24-4f04-bd66-8b91b06ff392" providerId="ADAL" clId="{C31B7D75-9B44-A84E-975F-5F539E5F8CDC}" dt="2025-07-14T19:30:58.855" v="138" actId="1076"/>
          <ac:picMkLst>
            <pc:docMk/>
            <pc:sldMk cId="2488888915" sldId="335"/>
            <ac:picMk id="36" creationId="{66235E3D-4A13-969F-8E9A-3C23CD631F27}"/>
          </ac:picMkLst>
        </pc:picChg>
        <pc:picChg chg="add mod">
          <ac:chgData name="Jessica Johnson" userId="2fa3b05a-0f24-4f04-bd66-8b91b06ff392" providerId="ADAL" clId="{C31B7D75-9B44-A84E-975F-5F539E5F8CDC}" dt="2025-07-14T19:28:41.475" v="108" actId="1076"/>
          <ac:picMkLst>
            <pc:docMk/>
            <pc:sldMk cId="2488888915" sldId="335"/>
            <ac:picMk id="37" creationId="{766BA72C-AC3F-2814-91E7-70D3DEFA1FB7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38" creationId="{A19F5C16-2C95-8697-CCCE-F0025B7B4166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39" creationId="{0B948206-3C27-CA8C-4485-AC592861B6E9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40" creationId="{46E62EC3-F4BA-3887-E311-02373981727F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41" creationId="{A576CA91-CE0C-7E7B-96AB-7C03B60C31B5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42" creationId="{404428BC-A935-FA5E-FD7F-DF5BB1B47F6C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43" creationId="{644B10F2-48D2-15E5-D976-310D4A517120}"/>
          </ac:picMkLst>
        </pc:picChg>
        <pc:picChg chg="add mod">
          <ac:chgData name="Jessica Johnson" userId="2fa3b05a-0f24-4f04-bd66-8b91b06ff392" providerId="ADAL" clId="{C31B7D75-9B44-A84E-975F-5F539E5F8CDC}" dt="2025-07-14T19:31:16.135" v="140" actId="1076"/>
          <ac:picMkLst>
            <pc:docMk/>
            <pc:sldMk cId="2488888915" sldId="335"/>
            <ac:picMk id="44" creationId="{6E34E6C3-8659-C23C-E356-5F8FE718ECA7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4T20:04:31.298" v="1061" actId="20577"/>
        <pc:sldMkLst>
          <pc:docMk/>
          <pc:sldMk cId="2852128393" sldId="336"/>
        </pc:sldMkLst>
        <pc:spChg chg="mod">
          <ac:chgData name="Jessica Johnson" userId="2fa3b05a-0f24-4f04-bd66-8b91b06ff392" providerId="ADAL" clId="{C31B7D75-9B44-A84E-975F-5F539E5F8CDC}" dt="2025-07-14T19:32:34.492" v="201" actId="20577"/>
          <ac:spMkLst>
            <pc:docMk/>
            <pc:sldMk cId="2852128393" sldId="336"/>
            <ac:spMk id="2" creationId="{116C3558-66A6-EEE2-EA6C-E1B6C2962D85}"/>
          </ac:spMkLst>
        </pc:spChg>
        <pc:spChg chg="mod">
          <ac:chgData name="Jessica Johnson" userId="2fa3b05a-0f24-4f04-bd66-8b91b06ff392" providerId="ADAL" clId="{C31B7D75-9B44-A84E-975F-5F539E5F8CDC}" dt="2025-07-14T19:32:50.593" v="207" actId="20577"/>
          <ac:spMkLst>
            <pc:docMk/>
            <pc:sldMk cId="2852128393" sldId="336"/>
            <ac:spMk id="3" creationId="{FA4AE174-B8B1-8F3C-A3FF-A17A2BA3843F}"/>
          </ac:spMkLst>
        </pc:spChg>
        <pc:spChg chg="mod">
          <ac:chgData name="Jessica Johnson" userId="2fa3b05a-0f24-4f04-bd66-8b91b06ff392" providerId="ADAL" clId="{C31B7D75-9B44-A84E-975F-5F539E5F8CDC}" dt="2025-07-14T19:32:53.525" v="211" actId="20577"/>
          <ac:spMkLst>
            <pc:docMk/>
            <pc:sldMk cId="2852128393" sldId="336"/>
            <ac:spMk id="4" creationId="{01B4137C-8525-FB9C-079D-6F92E071128A}"/>
          </ac:spMkLst>
        </pc:spChg>
        <pc:spChg chg="mod">
          <ac:chgData name="Jessica Johnson" userId="2fa3b05a-0f24-4f04-bd66-8b91b06ff392" providerId="ADAL" clId="{C31B7D75-9B44-A84E-975F-5F539E5F8CDC}" dt="2025-07-14T19:33:30.493" v="222" actId="20577"/>
          <ac:spMkLst>
            <pc:docMk/>
            <pc:sldMk cId="2852128393" sldId="336"/>
            <ac:spMk id="5" creationId="{EA315576-4274-CEEE-0AB2-0EAD4F6C6D77}"/>
          </ac:spMkLst>
        </pc:spChg>
        <pc:spChg chg="mod">
          <ac:chgData name="Jessica Johnson" userId="2fa3b05a-0f24-4f04-bd66-8b91b06ff392" providerId="ADAL" clId="{C31B7D75-9B44-A84E-975F-5F539E5F8CDC}" dt="2025-07-14T19:33:34.067" v="231" actId="20577"/>
          <ac:spMkLst>
            <pc:docMk/>
            <pc:sldMk cId="2852128393" sldId="336"/>
            <ac:spMk id="6" creationId="{7A560F64-59D8-D595-287F-C4F3D4130907}"/>
          </ac:spMkLst>
        </pc:spChg>
        <pc:spChg chg="mod">
          <ac:chgData name="Jessica Johnson" userId="2fa3b05a-0f24-4f04-bd66-8b91b06ff392" providerId="ADAL" clId="{C31B7D75-9B44-A84E-975F-5F539E5F8CDC}" dt="2025-07-14T19:33:39.498" v="239" actId="20577"/>
          <ac:spMkLst>
            <pc:docMk/>
            <pc:sldMk cId="2852128393" sldId="336"/>
            <ac:spMk id="7" creationId="{386817B0-324B-B590-6300-9F7278E41F30}"/>
          </ac:spMkLst>
        </pc:spChg>
        <pc:spChg chg="mod">
          <ac:chgData name="Jessica Johnson" userId="2fa3b05a-0f24-4f04-bd66-8b91b06ff392" providerId="ADAL" clId="{C31B7D75-9B44-A84E-975F-5F539E5F8CDC}" dt="2025-07-14T19:33:51.692" v="247" actId="20577"/>
          <ac:spMkLst>
            <pc:docMk/>
            <pc:sldMk cId="2852128393" sldId="336"/>
            <ac:spMk id="8" creationId="{413A9D89-3684-A0B2-0417-69D0F72BF60A}"/>
          </ac:spMkLst>
        </pc:spChg>
        <pc:spChg chg="mod">
          <ac:chgData name="Jessica Johnson" userId="2fa3b05a-0f24-4f04-bd66-8b91b06ff392" providerId="ADAL" clId="{C31B7D75-9B44-A84E-975F-5F539E5F8CDC}" dt="2025-07-14T19:40:29.731" v="276" actId="20577"/>
          <ac:spMkLst>
            <pc:docMk/>
            <pc:sldMk cId="2852128393" sldId="336"/>
            <ac:spMk id="9" creationId="{38AB58A3-10AA-60F1-AE36-05AAF7601A93}"/>
          </ac:spMkLst>
        </pc:spChg>
        <pc:spChg chg="mod">
          <ac:chgData name="Jessica Johnson" userId="2fa3b05a-0f24-4f04-bd66-8b91b06ff392" providerId="ADAL" clId="{C31B7D75-9B44-A84E-975F-5F539E5F8CDC}" dt="2025-07-14T19:40:36.188" v="279" actId="20577"/>
          <ac:spMkLst>
            <pc:docMk/>
            <pc:sldMk cId="2852128393" sldId="336"/>
            <ac:spMk id="10" creationId="{BDA668A9-424B-845C-EE27-AA5AA1C4835B}"/>
          </ac:spMkLst>
        </pc:spChg>
        <pc:spChg chg="mod">
          <ac:chgData name="Jessica Johnson" userId="2fa3b05a-0f24-4f04-bd66-8b91b06ff392" providerId="ADAL" clId="{C31B7D75-9B44-A84E-975F-5F539E5F8CDC}" dt="2025-07-14T19:40:39.444" v="282" actId="20577"/>
          <ac:spMkLst>
            <pc:docMk/>
            <pc:sldMk cId="2852128393" sldId="336"/>
            <ac:spMk id="11" creationId="{6A49211B-F26F-1F62-6730-9E049A877D9D}"/>
          </ac:spMkLst>
        </pc:spChg>
        <pc:spChg chg="mod">
          <ac:chgData name="Jessica Johnson" userId="2fa3b05a-0f24-4f04-bd66-8b91b06ff392" providerId="ADAL" clId="{C31B7D75-9B44-A84E-975F-5F539E5F8CDC}" dt="2025-07-14T19:41:16.405" v="302" actId="20577"/>
          <ac:spMkLst>
            <pc:docMk/>
            <pc:sldMk cId="2852128393" sldId="336"/>
            <ac:spMk id="12" creationId="{6F265012-4D34-9AB5-DBAB-10596706F5D1}"/>
          </ac:spMkLst>
        </pc:spChg>
        <pc:spChg chg="mod">
          <ac:chgData name="Jessica Johnson" userId="2fa3b05a-0f24-4f04-bd66-8b91b06ff392" providerId="ADAL" clId="{C31B7D75-9B44-A84E-975F-5F539E5F8CDC}" dt="2025-07-14T19:41:24.037" v="306" actId="20577"/>
          <ac:spMkLst>
            <pc:docMk/>
            <pc:sldMk cId="2852128393" sldId="336"/>
            <ac:spMk id="13" creationId="{644DD944-BDE2-A227-92D9-BB146518342F}"/>
          </ac:spMkLst>
        </pc:spChg>
        <pc:spChg chg="mod">
          <ac:chgData name="Jessica Johnson" userId="2fa3b05a-0f24-4f04-bd66-8b91b06ff392" providerId="ADAL" clId="{C31B7D75-9B44-A84E-975F-5F539E5F8CDC}" dt="2025-07-14T20:04:31.298" v="1061" actId="20577"/>
          <ac:spMkLst>
            <pc:docMk/>
            <pc:sldMk cId="2852128393" sldId="336"/>
            <ac:spMk id="14" creationId="{253C11C0-5286-D74C-128C-34A7A9448D52}"/>
          </ac:spMkLst>
        </pc:spChg>
        <pc:spChg chg="mod">
          <ac:chgData name="Jessica Johnson" userId="2fa3b05a-0f24-4f04-bd66-8b91b06ff392" providerId="ADAL" clId="{C31B7D75-9B44-A84E-975F-5F539E5F8CDC}" dt="2025-07-14T19:45:56.694" v="392" actId="20577"/>
          <ac:spMkLst>
            <pc:docMk/>
            <pc:sldMk cId="2852128393" sldId="336"/>
            <ac:spMk id="15" creationId="{7ACFEA84-89DA-A393-1ED3-73A8C66E64AF}"/>
          </ac:spMkLst>
        </pc:spChg>
        <pc:spChg chg="mod">
          <ac:chgData name="Jessica Johnson" userId="2fa3b05a-0f24-4f04-bd66-8b91b06ff392" providerId="ADAL" clId="{C31B7D75-9B44-A84E-975F-5F539E5F8CDC}" dt="2025-07-14T19:49:01.522" v="438" actId="20577"/>
          <ac:spMkLst>
            <pc:docMk/>
            <pc:sldMk cId="2852128393" sldId="336"/>
            <ac:spMk id="16" creationId="{D9A3B1D0-2599-4E75-1F5D-9008B941DD2A}"/>
          </ac:spMkLst>
        </pc:spChg>
        <pc:spChg chg="mod">
          <ac:chgData name="Jessica Johnson" userId="2fa3b05a-0f24-4f04-bd66-8b91b06ff392" providerId="ADAL" clId="{C31B7D75-9B44-A84E-975F-5F539E5F8CDC}" dt="2025-07-14T19:43:07.977" v="340" actId="20577"/>
          <ac:spMkLst>
            <pc:docMk/>
            <pc:sldMk cId="2852128393" sldId="336"/>
            <ac:spMk id="17" creationId="{D11B80C5-00F1-8A4F-8A0B-FE76230A87BD}"/>
          </ac:spMkLst>
        </pc:spChg>
        <pc:spChg chg="mod">
          <ac:chgData name="Jessica Johnson" userId="2fa3b05a-0f24-4f04-bd66-8b91b06ff392" providerId="ADAL" clId="{C31B7D75-9B44-A84E-975F-5F539E5F8CDC}" dt="2025-07-14T19:43:18.917" v="342" actId="20577"/>
          <ac:spMkLst>
            <pc:docMk/>
            <pc:sldMk cId="2852128393" sldId="336"/>
            <ac:spMk id="18" creationId="{1D6111A6-DA5B-DD1B-6881-1AD98436B2AC}"/>
          </ac:spMkLst>
        </pc:spChg>
        <pc:spChg chg="mod">
          <ac:chgData name="Jessica Johnson" userId="2fa3b05a-0f24-4f04-bd66-8b91b06ff392" providerId="ADAL" clId="{C31B7D75-9B44-A84E-975F-5F539E5F8CDC}" dt="2025-07-14T19:43:35.111" v="346" actId="20577"/>
          <ac:spMkLst>
            <pc:docMk/>
            <pc:sldMk cId="2852128393" sldId="336"/>
            <ac:spMk id="19" creationId="{74AA2964-9C5D-9CD2-F49E-00094B469878}"/>
          </ac:spMkLst>
        </pc:spChg>
        <pc:spChg chg="mod">
          <ac:chgData name="Jessica Johnson" userId="2fa3b05a-0f24-4f04-bd66-8b91b06ff392" providerId="ADAL" clId="{C31B7D75-9B44-A84E-975F-5F539E5F8CDC}" dt="2025-07-14T19:44:13.005" v="363" actId="20577"/>
          <ac:spMkLst>
            <pc:docMk/>
            <pc:sldMk cId="2852128393" sldId="336"/>
            <ac:spMk id="20" creationId="{A81E9433-D7B0-D62A-7E42-3AE9A3013505}"/>
          </ac:spMkLst>
        </pc:spChg>
        <pc:spChg chg="mod">
          <ac:chgData name="Jessica Johnson" userId="2fa3b05a-0f24-4f04-bd66-8b91b06ff392" providerId="ADAL" clId="{C31B7D75-9B44-A84E-975F-5F539E5F8CDC}" dt="2025-07-14T19:48:28.743" v="415" actId="20577"/>
          <ac:spMkLst>
            <pc:docMk/>
            <pc:sldMk cId="2852128393" sldId="336"/>
            <ac:spMk id="21" creationId="{4F5FA8E5-7683-9804-3ABE-3816A5D5CAF8}"/>
          </ac:spMkLst>
        </pc:spChg>
        <pc:spChg chg="mod">
          <ac:chgData name="Jessica Johnson" userId="2fa3b05a-0f24-4f04-bd66-8b91b06ff392" providerId="ADAL" clId="{C31B7D75-9B44-A84E-975F-5F539E5F8CDC}" dt="2025-07-14T19:48:26.267" v="413" actId="20577"/>
          <ac:spMkLst>
            <pc:docMk/>
            <pc:sldMk cId="2852128393" sldId="336"/>
            <ac:spMk id="22" creationId="{C596A498-261F-C1C2-290D-42D79CA493FF}"/>
          </ac:spMkLst>
        </pc:spChg>
        <pc:spChg chg="mod">
          <ac:chgData name="Jessica Johnson" userId="2fa3b05a-0f24-4f04-bd66-8b91b06ff392" providerId="ADAL" clId="{C31B7D75-9B44-A84E-975F-5F539E5F8CDC}" dt="2025-07-14T19:48:46.532" v="433" actId="20577"/>
          <ac:spMkLst>
            <pc:docMk/>
            <pc:sldMk cId="2852128393" sldId="336"/>
            <ac:spMk id="23" creationId="{96AE6C11-0BB4-8CAE-C067-3F824DD0449D}"/>
          </ac:spMkLst>
        </pc:spChg>
        <pc:picChg chg="add mod">
          <ac:chgData name="Jessica Johnson" userId="2fa3b05a-0f24-4f04-bd66-8b91b06ff392" providerId="ADAL" clId="{C31B7D75-9B44-A84E-975F-5F539E5F8CDC}" dt="2025-07-14T19:32:47.431" v="203" actId="1076"/>
          <ac:picMkLst>
            <pc:docMk/>
            <pc:sldMk cId="2852128393" sldId="336"/>
            <ac:picMk id="24" creationId="{E50023D4-86EA-FC70-C14A-9AC7D1F07293}"/>
          </ac:picMkLst>
        </pc:picChg>
        <pc:picChg chg="add mod">
          <ac:chgData name="Jessica Johnson" userId="2fa3b05a-0f24-4f04-bd66-8b91b06ff392" providerId="ADAL" clId="{C31B7D75-9B44-A84E-975F-5F539E5F8CDC}" dt="2025-07-14T19:32:47.431" v="203" actId="1076"/>
          <ac:picMkLst>
            <pc:docMk/>
            <pc:sldMk cId="2852128393" sldId="336"/>
            <ac:picMk id="25" creationId="{28E7A05F-627C-C9D1-33E6-65EF462E061C}"/>
          </ac:picMkLst>
        </pc:picChg>
        <pc:picChg chg="add mod">
          <ac:chgData name="Jessica Johnson" userId="2fa3b05a-0f24-4f04-bd66-8b91b06ff392" providerId="ADAL" clId="{C31B7D75-9B44-A84E-975F-5F539E5F8CDC}" dt="2025-07-14T19:39:50.375" v="260" actId="1076"/>
          <ac:picMkLst>
            <pc:docMk/>
            <pc:sldMk cId="2852128393" sldId="336"/>
            <ac:picMk id="26" creationId="{D9622D62-5341-F33F-15C0-9E5EA21D414D}"/>
          </ac:picMkLst>
        </pc:picChg>
        <pc:picChg chg="add mod">
          <ac:chgData name="Jessica Johnson" userId="2fa3b05a-0f24-4f04-bd66-8b91b06ff392" providerId="ADAL" clId="{C31B7D75-9B44-A84E-975F-5F539E5F8CDC}" dt="2025-07-14T19:39:52.296" v="261" actId="1076"/>
          <ac:picMkLst>
            <pc:docMk/>
            <pc:sldMk cId="2852128393" sldId="336"/>
            <ac:picMk id="27" creationId="{6EAE34EF-3F92-DD91-AB4B-A1EFA2886694}"/>
          </ac:picMkLst>
        </pc:picChg>
        <pc:picChg chg="add mod">
          <ac:chgData name="Jessica Johnson" userId="2fa3b05a-0f24-4f04-bd66-8b91b06ff392" providerId="ADAL" clId="{C31B7D75-9B44-A84E-975F-5F539E5F8CDC}" dt="2025-07-14T19:39:47.413" v="259" actId="1076"/>
          <ac:picMkLst>
            <pc:docMk/>
            <pc:sldMk cId="2852128393" sldId="336"/>
            <ac:picMk id="29" creationId="{4667DEED-19EB-4CFC-232D-476A838FDCAF}"/>
          </ac:picMkLst>
        </pc:picChg>
        <pc:picChg chg="add mod">
          <ac:chgData name="Jessica Johnson" userId="2fa3b05a-0f24-4f04-bd66-8b91b06ff392" providerId="ADAL" clId="{C31B7D75-9B44-A84E-975F-5F539E5F8CDC}" dt="2025-07-14T19:39:47.413" v="259" actId="1076"/>
          <ac:picMkLst>
            <pc:docMk/>
            <pc:sldMk cId="2852128393" sldId="336"/>
            <ac:picMk id="30" creationId="{E59F938B-F543-B125-B54F-3A3A2E481A80}"/>
          </ac:picMkLst>
        </pc:picChg>
        <pc:picChg chg="add mod">
          <ac:chgData name="Jessica Johnson" userId="2fa3b05a-0f24-4f04-bd66-8b91b06ff392" providerId="ADAL" clId="{C31B7D75-9B44-A84E-975F-5F539E5F8CDC}" dt="2025-07-14T19:40:20.255" v="263" actId="1076"/>
          <ac:picMkLst>
            <pc:docMk/>
            <pc:sldMk cId="2852128393" sldId="336"/>
            <ac:picMk id="31" creationId="{B97C3DCD-E0AA-CCC3-DE4C-CD90ED904AB7}"/>
          </ac:picMkLst>
        </pc:picChg>
        <pc:picChg chg="add mod">
          <ac:chgData name="Jessica Johnson" userId="2fa3b05a-0f24-4f04-bd66-8b91b06ff392" providerId="ADAL" clId="{C31B7D75-9B44-A84E-975F-5F539E5F8CDC}" dt="2025-07-14T19:40:24.871" v="264" actId="1076"/>
          <ac:picMkLst>
            <pc:docMk/>
            <pc:sldMk cId="2852128393" sldId="336"/>
            <ac:picMk id="32" creationId="{A7E8B99F-84DC-694E-4EFA-EDAC0B5C88AD}"/>
          </ac:picMkLst>
        </pc:picChg>
        <pc:picChg chg="add mod">
          <ac:chgData name="Jessica Johnson" userId="2fa3b05a-0f24-4f04-bd66-8b91b06ff392" providerId="ADAL" clId="{C31B7D75-9B44-A84E-975F-5F539E5F8CDC}" dt="2025-07-14T19:40:24.871" v="264" actId="1076"/>
          <ac:picMkLst>
            <pc:docMk/>
            <pc:sldMk cId="2852128393" sldId="336"/>
            <ac:picMk id="33" creationId="{BEE8DAA8-3DF3-B9B3-5144-98951EC0AF9D}"/>
          </ac:picMkLst>
        </pc:picChg>
        <pc:picChg chg="add mod">
          <ac:chgData name="Jessica Johnson" userId="2fa3b05a-0f24-4f04-bd66-8b91b06ff392" providerId="ADAL" clId="{C31B7D75-9B44-A84E-975F-5F539E5F8CDC}" dt="2025-07-14T19:41:10.957" v="286" actId="1076"/>
          <ac:picMkLst>
            <pc:docMk/>
            <pc:sldMk cId="2852128393" sldId="336"/>
            <ac:picMk id="34" creationId="{6230254E-5268-D882-781E-6B078147F29F}"/>
          </ac:picMkLst>
        </pc:picChg>
        <pc:picChg chg="add mod">
          <ac:chgData name="Jessica Johnson" userId="2fa3b05a-0f24-4f04-bd66-8b91b06ff392" providerId="ADAL" clId="{C31B7D75-9B44-A84E-975F-5F539E5F8CDC}" dt="2025-07-14T19:41:10.957" v="286" actId="1076"/>
          <ac:picMkLst>
            <pc:docMk/>
            <pc:sldMk cId="2852128393" sldId="336"/>
            <ac:picMk id="35" creationId="{7F57F04A-2C21-D498-85AA-80F2A6C26D16}"/>
          </ac:picMkLst>
        </pc:picChg>
        <pc:picChg chg="add mod">
          <ac:chgData name="Jessica Johnson" userId="2fa3b05a-0f24-4f04-bd66-8b91b06ff392" providerId="ADAL" clId="{C31B7D75-9B44-A84E-975F-5F539E5F8CDC}" dt="2025-07-14T19:42:01.184" v="308" actId="1076"/>
          <ac:picMkLst>
            <pc:docMk/>
            <pc:sldMk cId="2852128393" sldId="336"/>
            <ac:picMk id="36" creationId="{1D24AE65-91BD-10F8-3800-4151621D70CA}"/>
          </ac:picMkLst>
        </pc:picChg>
        <pc:picChg chg="add mod">
          <ac:chgData name="Jessica Johnson" userId="2fa3b05a-0f24-4f04-bd66-8b91b06ff392" providerId="ADAL" clId="{C31B7D75-9B44-A84E-975F-5F539E5F8CDC}" dt="2025-07-14T19:42:28.831" v="324" actId="1076"/>
          <ac:picMkLst>
            <pc:docMk/>
            <pc:sldMk cId="2852128393" sldId="336"/>
            <ac:picMk id="37" creationId="{992A3011-048D-E35D-E9A7-CA805907D8CA}"/>
          </ac:picMkLst>
        </pc:picChg>
        <pc:picChg chg="add mod">
          <ac:chgData name="Jessica Johnson" userId="2fa3b05a-0f24-4f04-bd66-8b91b06ff392" providerId="ADAL" clId="{C31B7D75-9B44-A84E-975F-5F539E5F8CDC}" dt="2025-07-14T19:42:54.061" v="338" actId="1076"/>
          <ac:picMkLst>
            <pc:docMk/>
            <pc:sldMk cId="2852128393" sldId="336"/>
            <ac:picMk id="39" creationId="{F99F2A7C-71DC-2B36-5845-C57A22B69CCA}"/>
          </ac:picMkLst>
        </pc:picChg>
        <pc:picChg chg="add mod">
          <ac:chgData name="Jessica Johnson" userId="2fa3b05a-0f24-4f04-bd66-8b91b06ff392" providerId="ADAL" clId="{C31B7D75-9B44-A84E-975F-5F539E5F8CDC}" dt="2025-07-14T19:42:54.061" v="338" actId="1076"/>
          <ac:picMkLst>
            <pc:docMk/>
            <pc:sldMk cId="2852128393" sldId="336"/>
            <ac:picMk id="40" creationId="{CA8B9361-4FF1-36E4-5550-6A7B390C0C86}"/>
          </ac:picMkLst>
        </pc:picChg>
        <pc:picChg chg="add mod">
          <ac:chgData name="Jessica Johnson" userId="2fa3b05a-0f24-4f04-bd66-8b91b06ff392" providerId="ADAL" clId="{C31B7D75-9B44-A84E-975F-5F539E5F8CDC}" dt="2025-07-14T19:43:39.905" v="348" actId="1076"/>
          <ac:picMkLst>
            <pc:docMk/>
            <pc:sldMk cId="2852128393" sldId="336"/>
            <ac:picMk id="41" creationId="{0FBA7EFC-4614-E356-166E-B5954C3C1303}"/>
          </ac:picMkLst>
        </pc:picChg>
        <pc:picChg chg="add mod">
          <ac:chgData name="Jessica Johnson" userId="2fa3b05a-0f24-4f04-bd66-8b91b06ff392" providerId="ADAL" clId="{C31B7D75-9B44-A84E-975F-5F539E5F8CDC}" dt="2025-07-14T19:43:42.096" v="349" actId="1076"/>
          <ac:picMkLst>
            <pc:docMk/>
            <pc:sldMk cId="2852128393" sldId="336"/>
            <ac:picMk id="42" creationId="{6CA47CC1-B8C5-177B-2B73-58ABB2AD00D2}"/>
          </ac:picMkLst>
        </pc:picChg>
        <pc:picChg chg="add mod">
          <ac:chgData name="Jessica Johnson" userId="2fa3b05a-0f24-4f04-bd66-8b91b06ff392" providerId="ADAL" clId="{C31B7D75-9B44-A84E-975F-5F539E5F8CDC}" dt="2025-07-14T19:48:22.163" v="407" actId="1076"/>
          <ac:picMkLst>
            <pc:docMk/>
            <pc:sldMk cId="2852128393" sldId="336"/>
            <ac:picMk id="46" creationId="{298414F9-9A2C-09F2-C881-52E11686594A}"/>
          </ac:picMkLst>
        </pc:picChg>
        <pc:picChg chg="add mod">
          <ac:chgData name="Jessica Johnson" userId="2fa3b05a-0f24-4f04-bd66-8b91b06ff392" providerId="ADAL" clId="{C31B7D75-9B44-A84E-975F-5F539E5F8CDC}" dt="2025-07-14T19:48:12.132" v="402" actId="1076"/>
          <ac:picMkLst>
            <pc:docMk/>
            <pc:sldMk cId="2852128393" sldId="336"/>
            <ac:picMk id="47" creationId="{08D175B4-72D6-16A8-9DCA-9F4826ED7AB1}"/>
          </ac:picMkLst>
        </pc:picChg>
        <pc:picChg chg="add mod">
          <ac:chgData name="Jessica Johnson" userId="2fa3b05a-0f24-4f04-bd66-8b91b06ff392" providerId="ADAL" clId="{C31B7D75-9B44-A84E-975F-5F539E5F8CDC}" dt="2025-07-14T19:48:39.815" v="417" actId="1076"/>
          <ac:picMkLst>
            <pc:docMk/>
            <pc:sldMk cId="2852128393" sldId="336"/>
            <ac:picMk id="48" creationId="{A6C74A86-B993-0884-4CC1-50907918B691}"/>
          </ac:picMkLst>
        </pc:picChg>
        <pc:picChg chg="add mod">
          <ac:chgData name="Jessica Johnson" userId="2fa3b05a-0f24-4f04-bd66-8b91b06ff392" providerId="ADAL" clId="{C31B7D75-9B44-A84E-975F-5F539E5F8CDC}" dt="2025-07-14T19:48:58.957" v="435" actId="1076"/>
          <ac:picMkLst>
            <pc:docMk/>
            <pc:sldMk cId="2852128393" sldId="336"/>
            <ac:picMk id="49" creationId="{1F02192C-6E72-4F27-D585-7619951B66E2}"/>
          </ac:picMkLst>
        </pc:picChg>
      </pc:sldChg>
      <pc:sldChg chg="addSp modSp new mod">
        <pc:chgData name="Jessica Johnson" userId="2fa3b05a-0f24-4f04-bd66-8b91b06ff392" providerId="ADAL" clId="{C31B7D75-9B44-A84E-975F-5F539E5F8CDC}" dt="2025-07-14T19:55:04.773" v="625" actId="20577"/>
        <pc:sldMkLst>
          <pc:docMk/>
          <pc:sldMk cId="2980607588" sldId="337"/>
        </pc:sldMkLst>
        <pc:spChg chg="mod">
          <ac:chgData name="Jessica Johnson" userId="2fa3b05a-0f24-4f04-bd66-8b91b06ff392" providerId="ADAL" clId="{C31B7D75-9B44-A84E-975F-5F539E5F8CDC}" dt="2025-07-14T19:49:20.486" v="442" actId="20577"/>
          <ac:spMkLst>
            <pc:docMk/>
            <pc:sldMk cId="2980607588" sldId="337"/>
            <ac:spMk id="2" creationId="{5101F6AF-7F02-C42C-ECF7-771302DD4339}"/>
          </ac:spMkLst>
        </pc:spChg>
        <pc:spChg chg="mod">
          <ac:chgData name="Jessica Johnson" userId="2fa3b05a-0f24-4f04-bd66-8b91b06ff392" providerId="ADAL" clId="{C31B7D75-9B44-A84E-975F-5F539E5F8CDC}" dt="2025-07-14T19:49:40.989" v="449" actId="20577"/>
          <ac:spMkLst>
            <pc:docMk/>
            <pc:sldMk cId="2980607588" sldId="337"/>
            <ac:spMk id="3" creationId="{1DCB1FDD-1EFF-062D-18CF-B1BAEBBC5A20}"/>
          </ac:spMkLst>
        </pc:spChg>
        <pc:spChg chg="mod">
          <ac:chgData name="Jessica Johnson" userId="2fa3b05a-0f24-4f04-bd66-8b91b06ff392" providerId="ADAL" clId="{C31B7D75-9B44-A84E-975F-5F539E5F8CDC}" dt="2025-07-14T19:49:56.381" v="462" actId="20577"/>
          <ac:spMkLst>
            <pc:docMk/>
            <pc:sldMk cId="2980607588" sldId="337"/>
            <ac:spMk id="4" creationId="{792980BB-DB9F-C332-6A5E-38938FD5390D}"/>
          </ac:spMkLst>
        </pc:spChg>
        <pc:spChg chg="mod">
          <ac:chgData name="Jessica Johnson" userId="2fa3b05a-0f24-4f04-bd66-8b91b06ff392" providerId="ADAL" clId="{C31B7D75-9B44-A84E-975F-5F539E5F8CDC}" dt="2025-07-14T19:50:21.255" v="477" actId="20577"/>
          <ac:spMkLst>
            <pc:docMk/>
            <pc:sldMk cId="2980607588" sldId="337"/>
            <ac:spMk id="5" creationId="{7B26AC21-E35C-EF4C-7EAD-7595E7ABBFD4}"/>
          </ac:spMkLst>
        </pc:spChg>
        <pc:spChg chg="mod">
          <ac:chgData name="Jessica Johnson" userId="2fa3b05a-0f24-4f04-bd66-8b91b06ff392" providerId="ADAL" clId="{C31B7D75-9B44-A84E-975F-5F539E5F8CDC}" dt="2025-07-14T19:50:25.993" v="480" actId="20577"/>
          <ac:spMkLst>
            <pc:docMk/>
            <pc:sldMk cId="2980607588" sldId="337"/>
            <ac:spMk id="6" creationId="{EECEFBAC-763F-433C-5DD2-64945A7D44F5}"/>
          </ac:spMkLst>
        </pc:spChg>
        <pc:spChg chg="mod">
          <ac:chgData name="Jessica Johnson" userId="2fa3b05a-0f24-4f04-bd66-8b91b06ff392" providerId="ADAL" clId="{C31B7D75-9B44-A84E-975F-5F539E5F8CDC}" dt="2025-07-14T19:50:28.132" v="483" actId="20577"/>
          <ac:spMkLst>
            <pc:docMk/>
            <pc:sldMk cId="2980607588" sldId="337"/>
            <ac:spMk id="7" creationId="{E6A368C3-F5C3-FF5E-937C-B07F7DAB3AF6}"/>
          </ac:spMkLst>
        </pc:spChg>
        <pc:spChg chg="mod">
          <ac:chgData name="Jessica Johnson" userId="2fa3b05a-0f24-4f04-bd66-8b91b06ff392" providerId="ADAL" clId="{C31B7D75-9B44-A84E-975F-5F539E5F8CDC}" dt="2025-07-14T19:50:31.305" v="486" actId="20577"/>
          <ac:spMkLst>
            <pc:docMk/>
            <pc:sldMk cId="2980607588" sldId="337"/>
            <ac:spMk id="8" creationId="{E735B2B4-72A1-92DC-B58F-C8206955F90F}"/>
          </ac:spMkLst>
        </pc:spChg>
        <pc:spChg chg="mod">
          <ac:chgData name="Jessica Johnson" userId="2fa3b05a-0f24-4f04-bd66-8b91b06ff392" providerId="ADAL" clId="{C31B7D75-9B44-A84E-975F-5F539E5F8CDC}" dt="2025-07-14T19:51:12.312" v="497" actId="20577"/>
          <ac:spMkLst>
            <pc:docMk/>
            <pc:sldMk cId="2980607588" sldId="337"/>
            <ac:spMk id="9" creationId="{8DFEB64A-95C1-CC59-22FF-E7BB69F5AFD3}"/>
          </ac:spMkLst>
        </pc:spChg>
        <pc:spChg chg="mod">
          <ac:chgData name="Jessica Johnson" userId="2fa3b05a-0f24-4f04-bd66-8b91b06ff392" providerId="ADAL" clId="{C31B7D75-9B44-A84E-975F-5F539E5F8CDC}" dt="2025-07-14T19:51:40.388" v="511" actId="20577"/>
          <ac:spMkLst>
            <pc:docMk/>
            <pc:sldMk cId="2980607588" sldId="337"/>
            <ac:spMk id="10" creationId="{75BA942C-C34A-C85B-8995-70FC1A8993F3}"/>
          </ac:spMkLst>
        </pc:spChg>
        <pc:spChg chg="mod">
          <ac:chgData name="Jessica Johnson" userId="2fa3b05a-0f24-4f04-bd66-8b91b06ff392" providerId="ADAL" clId="{C31B7D75-9B44-A84E-975F-5F539E5F8CDC}" dt="2025-07-14T19:51:45.245" v="518" actId="20577"/>
          <ac:spMkLst>
            <pc:docMk/>
            <pc:sldMk cId="2980607588" sldId="337"/>
            <ac:spMk id="11" creationId="{EF8F8530-8B4B-15DC-613C-234FF7F3D33F}"/>
          </ac:spMkLst>
        </pc:spChg>
        <pc:spChg chg="mod">
          <ac:chgData name="Jessica Johnson" userId="2fa3b05a-0f24-4f04-bd66-8b91b06ff392" providerId="ADAL" clId="{C31B7D75-9B44-A84E-975F-5F539E5F8CDC}" dt="2025-07-14T19:52:25.928" v="527" actId="20577"/>
          <ac:spMkLst>
            <pc:docMk/>
            <pc:sldMk cId="2980607588" sldId="337"/>
            <ac:spMk id="12" creationId="{D27C1D4E-6F89-E6EF-1B26-0B1D601546C6}"/>
          </ac:spMkLst>
        </pc:spChg>
        <pc:spChg chg="mod">
          <ac:chgData name="Jessica Johnson" userId="2fa3b05a-0f24-4f04-bd66-8b91b06ff392" providerId="ADAL" clId="{C31B7D75-9B44-A84E-975F-5F539E5F8CDC}" dt="2025-07-14T19:52:28.926" v="535" actId="20577"/>
          <ac:spMkLst>
            <pc:docMk/>
            <pc:sldMk cId="2980607588" sldId="337"/>
            <ac:spMk id="13" creationId="{DF8B7D72-9AE0-2635-46BA-F7242F2AF631}"/>
          </ac:spMkLst>
        </pc:spChg>
        <pc:spChg chg="mod">
          <ac:chgData name="Jessica Johnson" userId="2fa3b05a-0f24-4f04-bd66-8b91b06ff392" providerId="ADAL" clId="{C31B7D75-9B44-A84E-975F-5F539E5F8CDC}" dt="2025-07-14T19:52:34.418" v="540" actId="20577"/>
          <ac:spMkLst>
            <pc:docMk/>
            <pc:sldMk cId="2980607588" sldId="337"/>
            <ac:spMk id="14" creationId="{741DF610-B66B-6756-5A4F-BC464A2B629D}"/>
          </ac:spMkLst>
        </pc:spChg>
        <pc:spChg chg="mod">
          <ac:chgData name="Jessica Johnson" userId="2fa3b05a-0f24-4f04-bd66-8b91b06ff392" providerId="ADAL" clId="{C31B7D75-9B44-A84E-975F-5F539E5F8CDC}" dt="2025-07-14T19:53:07.310" v="545" actId="20577"/>
          <ac:spMkLst>
            <pc:docMk/>
            <pc:sldMk cId="2980607588" sldId="337"/>
            <ac:spMk id="15" creationId="{29C68DBA-F9F7-E3E7-DE92-5D8999E3F15B}"/>
          </ac:spMkLst>
        </pc:spChg>
        <pc:spChg chg="mod">
          <ac:chgData name="Jessica Johnson" userId="2fa3b05a-0f24-4f04-bd66-8b91b06ff392" providerId="ADAL" clId="{C31B7D75-9B44-A84E-975F-5F539E5F8CDC}" dt="2025-07-14T19:53:11.124" v="549" actId="20577"/>
          <ac:spMkLst>
            <pc:docMk/>
            <pc:sldMk cId="2980607588" sldId="337"/>
            <ac:spMk id="16" creationId="{42B5F57E-C45B-EDE4-E137-A60B71A1EE17}"/>
          </ac:spMkLst>
        </pc:spChg>
        <pc:spChg chg="mod">
          <ac:chgData name="Jessica Johnson" userId="2fa3b05a-0f24-4f04-bd66-8b91b06ff392" providerId="ADAL" clId="{C31B7D75-9B44-A84E-975F-5F539E5F8CDC}" dt="2025-07-14T19:53:15.737" v="553" actId="20577"/>
          <ac:spMkLst>
            <pc:docMk/>
            <pc:sldMk cId="2980607588" sldId="337"/>
            <ac:spMk id="17" creationId="{818627E8-57CB-43D3-4177-70EBB839D40E}"/>
          </ac:spMkLst>
        </pc:spChg>
        <pc:spChg chg="mod">
          <ac:chgData name="Jessica Johnson" userId="2fa3b05a-0f24-4f04-bd66-8b91b06ff392" providerId="ADAL" clId="{C31B7D75-9B44-A84E-975F-5F539E5F8CDC}" dt="2025-07-14T19:53:19.818" v="557" actId="20577"/>
          <ac:spMkLst>
            <pc:docMk/>
            <pc:sldMk cId="2980607588" sldId="337"/>
            <ac:spMk id="18" creationId="{7AD354EA-1D47-E754-34AE-9EB672050C33}"/>
          </ac:spMkLst>
        </pc:spChg>
        <pc:spChg chg="mod">
          <ac:chgData name="Jessica Johnson" userId="2fa3b05a-0f24-4f04-bd66-8b91b06ff392" providerId="ADAL" clId="{C31B7D75-9B44-A84E-975F-5F539E5F8CDC}" dt="2025-07-14T19:54:31.067" v="575" actId="20577"/>
          <ac:spMkLst>
            <pc:docMk/>
            <pc:sldMk cId="2980607588" sldId="337"/>
            <ac:spMk id="19" creationId="{96F505D1-B82D-C3B7-2CA8-C8A3BFC91234}"/>
          </ac:spMkLst>
        </pc:spChg>
        <pc:spChg chg="mod">
          <ac:chgData name="Jessica Johnson" userId="2fa3b05a-0f24-4f04-bd66-8b91b06ff392" providerId="ADAL" clId="{C31B7D75-9B44-A84E-975F-5F539E5F8CDC}" dt="2025-07-14T19:54:38.051" v="584" actId="20577"/>
          <ac:spMkLst>
            <pc:docMk/>
            <pc:sldMk cId="2980607588" sldId="337"/>
            <ac:spMk id="20" creationId="{B5EC782B-53C4-03EB-6AE0-A3AF3A36E215}"/>
          </ac:spMkLst>
        </pc:spChg>
        <pc:spChg chg="mod">
          <ac:chgData name="Jessica Johnson" userId="2fa3b05a-0f24-4f04-bd66-8b91b06ff392" providerId="ADAL" clId="{C31B7D75-9B44-A84E-975F-5F539E5F8CDC}" dt="2025-07-14T19:55:04.773" v="625" actId="20577"/>
          <ac:spMkLst>
            <pc:docMk/>
            <pc:sldMk cId="2980607588" sldId="337"/>
            <ac:spMk id="21" creationId="{9B55DFB9-4503-7B58-DF4F-EC31ED57AA4D}"/>
          </ac:spMkLst>
        </pc:spChg>
        <pc:spChg chg="mod">
          <ac:chgData name="Jessica Johnson" userId="2fa3b05a-0f24-4f04-bd66-8b91b06ff392" providerId="ADAL" clId="{C31B7D75-9B44-A84E-975F-5F539E5F8CDC}" dt="2025-07-14T19:55:01.709" v="624" actId="20577"/>
          <ac:spMkLst>
            <pc:docMk/>
            <pc:sldMk cId="2980607588" sldId="337"/>
            <ac:spMk id="22" creationId="{727E18E3-B277-73FC-CC60-F608DBAFEB60}"/>
          </ac:spMkLst>
        </pc:spChg>
        <pc:spChg chg="mod">
          <ac:chgData name="Jessica Johnson" userId="2fa3b05a-0f24-4f04-bd66-8b91b06ff392" providerId="ADAL" clId="{C31B7D75-9B44-A84E-975F-5F539E5F8CDC}" dt="2025-07-14T19:54:58.622" v="623" actId="20577"/>
          <ac:spMkLst>
            <pc:docMk/>
            <pc:sldMk cId="2980607588" sldId="337"/>
            <ac:spMk id="23" creationId="{1B19F3A4-A7A2-EB74-0D4A-BA26D4A58499}"/>
          </ac:spMkLst>
        </pc:spChg>
        <pc:spChg chg="add mod">
          <ac:chgData name="Jessica Johnson" userId="2fa3b05a-0f24-4f04-bd66-8b91b06ff392" providerId="ADAL" clId="{C31B7D75-9B44-A84E-975F-5F539E5F8CDC}" dt="2025-07-14T19:49:48.828" v="450" actId="767"/>
          <ac:spMkLst>
            <pc:docMk/>
            <pc:sldMk cId="2980607588" sldId="337"/>
            <ac:spMk id="25" creationId="{71AB87A1-3972-07CD-3D42-0A43CE99E417}"/>
          </ac:spMkLst>
        </pc:spChg>
        <pc:spChg chg="add mod">
          <ac:chgData name="Jessica Johnson" userId="2fa3b05a-0f24-4f04-bd66-8b91b06ff392" providerId="ADAL" clId="{C31B7D75-9B44-A84E-975F-5F539E5F8CDC}" dt="2025-07-14T19:53:24.907" v="558" actId="767"/>
          <ac:spMkLst>
            <pc:docMk/>
            <pc:sldMk cId="2980607588" sldId="337"/>
            <ac:spMk id="39" creationId="{C2E08F31-DFF4-0820-F2DE-26D2BECD44DE}"/>
          </ac:spMkLst>
        </pc:spChg>
        <pc:picChg chg="add mod">
          <ac:chgData name="Jessica Johnson" userId="2fa3b05a-0f24-4f04-bd66-8b91b06ff392" providerId="ADAL" clId="{C31B7D75-9B44-A84E-975F-5F539E5F8CDC}" dt="2025-07-14T19:49:38.957" v="444" actId="1076"/>
          <ac:picMkLst>
            <pc:docMk/>
            <pc:sldMk cId="2980607588" sldId="337"/>
            <ac:picMk id="24" creationId="{D93D041A-0FA3-311C-7AA5-808DC6C941C6}"/>
          </ac:picMkLst>
        </pc:picChg>
        <pc:picChg chg="add mod">
          <ac:chgData name="Jessica Johnson" userId="2fa3b05a-0f24-4f04-bd66-8b91b06ff392" providerId="ADAL" clId="{C31B7D75-9B44-A84E-975F-5F539E5F8CDC}" dt="2025-07-14T19:49:53.654" v="452" actId="1076"/>
          <ac:picMkLst>
            <pc:docMk/>
            <pc:sldMk cId="2980607588" sldId="337"/>
            <ac:picMk id="26" creationId="{2121A403-EBA3-A6B0-AC41-D0BD99717D2E}"/>
          </ac:picMkLst>
        </pc:picChg>
        <pc:picChg chg="add mod">
          <ac:chgData name="Jessica Johnson" userId="2fa3b05a-0f24-4f04-bd66-8b91b06ff392" providerId="ADAL" clId="{C31B7D75-9B44-A84E-975F-5F539E5F8CDC}" dt="2025-07-14T19:50:15.750" v="464" actId="1076"/>
          <ac:picMkLst>
            <pc:docMk/>
            <pc:sldMk cId="2980607588" sldId="337"/>
            <ac:picMk id="27" creationId="{FF5E1E64-4EC5-EC18-5960-ADEEF9DAB466}"/>
          </ac:picMkLst>
        </pc:picChg>
        <pc:picChg chg="add mod">
          <ac:chgData name="Jessica Johnson" userId="2fa3b05a-0f24-4f04-bd66-8b91b06ff392" providerId="ADAL" clId="{C31B7D75-9B44-A84E-975F-5F539E5F8CDC}" dt="2025-07-14T19:50:15.750" v="464" actId="1076"/>
          <ac:picMkLst>
            <pc:docMk/>
            <pc:sldMk cId="2980607588" sldId="337"/>
            <ac:picMk id="28" creationId="{4F1FB644-8E44-ACE0-47CD-713219C271BD}"/>
          </ac:picMkLst>
        </pc:picChg>
        <pc:picChg chg="add mod">
          <ac:chgData name="Jessica Johnson" userId="2fa3b05a-0f24-4f04-bd66-8b91b06ff392" providerId="ADAL" clId="{C31B7D75-9B44-A84E-975F-5F539E5F8CDC}" dt="2025-07-14T19:50:15.750" v="464" actId="1076"/>
          <ac:picMkLst>
            <pc:docMk/>
            <pc:sldMk cId="2980607588" sldId="337"/>
            <ac:picMk id="29" creationId="{7C440773-D4BC-CF2E-8FC8-54231C4E0C17}"/>
          </ac:picMkLst>
        </pc:picChg>
        <pc:picChg chg="add mod">
          <ac:chgData name="Jessica Johnson" userId="2fa3b05a-0f24-4f04-bd66-8b91b06ff392" providerId="ADAL" clId="{C31B7D75-9B44-A84E-975F-5F539E5F8CDC}" dt="2025-07-14T19:50:52.254" v="489" actId="1076"/>
          <ac:picMkLst>
            <pc:docMk/>
            <pc:sldMk cId="2980607588" sldId="337"/>
            <ac:picMk id="30" creationId="{B3168499-C650-FE8D-E1CA-374A8A6C8405}"/>
          </ac:picMkLst>
        </pc:picChg>
        <pc:picChg chg="add mod">
          <ac:chgData name="Jessica Johnson" userId="2fa3b05a-0f24-4f04-bd66-8b91b06ff392" providerId="ADAL" clId="{C31B7D75-9B44-A84E-975F-5F539E5F8CDC}" dt="2025-07-14T19:51:10.012" v="491" actId="1076"/>
          <ac:picMkLst>
            <pc:docMk/>
            <pc:sldMk cId="2980607588" sldId="337"/>
            <ac:picMk id="31" creationId="{3D6B0545-89D5-3977-D0F1-479C4A003197}"/>
          </ac:picMkLst>
        </pc:picChg>
        <pc:picChg chg="add mod">
          <ac:chgData name="Jessica Johnson" userId="2fa3b05a-0f24-4f04-bd66-8b91b06ff392" providerId="ADAL" clId="{C31B7D75-9B44-A84E-975F-5F539E5F8CDC}" dt="2025-07-14T19:51:33.846" v="501" actId="1076"/>
          <ac:picMkLst>
            <pc:docMk/>
            <pc:sldMk cId="2980607588" sldId="337"/>
            <ac:picMk id="32" creationId="{72112CDD-9750-58EA-93AE-9C809EAD9D88}"/>
          </ac:picMkLst>
        </pc:picChg>
        <pc:picChg chg="add mod">
          <ac:chgData name="Jessica Johnson" userId="2fa3b05a-0f24-4f04-bd66-8b91b06ff392" providerId="ADAL" clId="{C31B7D75-9B44-A84E-975F-5F539E5F8CDC}" dt="2025-07-14T19:51:37.162" v="502" actId="1076"/>
          <ac:picMkLst>
            <pc:docMk/>
            <pc:sldMk cId="2980607588" sldId="337"/>
            <ac:picMk id="33" creationId="{056821E2-277F-9B2F-D6BC-023DF66C6826}"/>
          </ac:picMkLst>
        </pc:picChg>
        <pc:picChg chg="add mod">
          <ac:chgData name="Jessica Johnson" userId="2fa3b05a-0f24-4f04-bd66-8b91b06ff392" providerId="ADAL" clId="{C31B7D75-9B44-A84E-975F-5F539E5F8CDC}" dt="2025-07-14T19:52:14.289" v="522" actId="1076"/>
          <ac:picMkLst>
            <pc:docMk/>
            <pc:sldMk cId="2980607588" sldId="337"/>
            <ac:picMk id="34" creationId="{FC9EFB21-2C42-25D1-F36D-7B1947911F5F}"/>
          </ac:picMkLst>
        </pc:picChg>
        <pc:picChg chg="add mod">
          <ac:chgData name="Jessica Johnson" userId="2fa3b05a-0f24-4f04-bd66-8b91b06ff392" providerId="ADAL" clId="{C31B7D75-9B44-A84E-975F-5F539E5F8CDC}" dt="2025-07-14T19:52:14.289" v="522" actId="1076"/>
          <ac:picMkLst>
            <pc:docMk/>
            <pc:sldMk cId="2980607588" sldId="337"/>
            <ac:picMk id="35" creationId="{50B888AE-659F-192C-7AD4-839B74AE4BF8}"/>
          </ac:picMkLst>
        </pc:picChg>
        <pc:picChg chg="add mod">
          <ac:chgData name="Jessica Johnson" userId="2fa3b05a-0f24-4f04-bd66-8b91b06ff392" providerId="ADAL" clId="{C31B7D75-9B44-A84E-975F-5F539E5F8CDC}" dt="2025-07-14T19:52:37.896" v="541" actId="1076"/>
          <ac:picMkLst>
            <pc:docMk/>
            <pc:sldMk cId="2980607588" sldId="337"/>
            <ac:picMk id="36" creationId="{911EAED1-8FF2-97A2-0B2D-B3787D1F8726}"/>
          </ac:picMkLst>
        </pc:picChg>
        <pc:picChg chg="add mod">
          <ac:chgData name="Jessica Johnson" userId="2fa3b05a-0f24-4f04-bd66-8b91b06ff392" providerId="ADAL" clId="{C31B7D75-9B44-A84E-975F-5F539E5F8CDC}" dt="2025-07-14T19:53:00.323" v="543" actId="1076"/>
          <ac:picMkLst>
            <pc:docMk/>
            <pc:sldMk cId="2980607588" sldId="337"/>
            <ac:picMk id="37" creationId="{68A409E0-5BEB-DC15-DBF5-57912FE8504C}"/>
          </ac:picMkLst>
        </pc:picChg>
        <pc:picChg chg="add mod">
          <ac:chgData name="Jessica Johnson" userId="2fa3b05a-0f24-4f04-bd66-8b91b06ff392" providerId="ADAL" clId="{C31B7D75-9B44-A84E-975F-5F539E5F8CDC}" dt="2025-07-14T19:53:00.323" v="543" actId="1076"/>
          <ac:picMkLst>
            <pc:docMk/>
            <pc:sldMk cId="2980607588" sldId="337"/>
            <ac:picMk id="38" creationId="{DE24942A-326F-4D72-EE39-2927F9CFBA76}"/>
          </ac:picMkLst>
        </pc:picChg>
        <pc:picChg chg="add mod">
          <ac:chgData name="Jessica Johnson" userId="2fa3b05a-0f24-4f04-bd66-8b91b06ff392" providerId="ADAL" clId="{C31B7D75-9B44-A84E-975F-5F539E5F8CDC}" dt="2025-07-14T19:53:43.529" v="563" actId="1076"/>
          <ac:picMkLst>
            <pc:docMk/>
            <pc:sldMk cId="2980607588" sldId="337"/>
            <ac:picMk id="40" creationId="{B178F176-49D8-769F-135E-2021D31B6B4B}"/>
          </ac:picMkLst>
        </pc:picChg>
        <pc:picChg chg="add mod">
          <ac:chgData name="Jessica Johnson" userId="2fa3b05a-0f24-4f04-bd66-8b91b06ff392" providerId="ADAL" clId="{C31B7D75-9B44-A84E-975F-5F539E5F8CDC}" dt="2025-07-14T19:53:45.305" v="564" actId="1076"/>
          <ac:picMkLst>
            <pc:docMk/>
            <pc:sldMk cId="2980607588" sldId="337"/>
            <ac:picMk id="41" creationId="{FE9BA72D-B9CB-4171-E29E-79E772CC7EE7}"/>
          </ac:picMkLst>
        </pc:picChg>
        <pc:picChg chg="add mod">
          <ac:chgData name="Jessica Johnson" userId="2fa3b05a-0f24-4f04-bd66-8b91b06ff392" providerId="ADAL" clId="{C31B7D75-9B44-A84E-975F-5F539E5F8CDC}" dt="2025-07-14T19:54:25.324" v="567" actId="1076"/>
          <ac:picMkLst>
            <pc:docMk/>
            <pc:sldMk cId="2980607588" sldId="337"/>
            <ac:picMk id="42" creationId="{FB938C3F-6433-81C0-B421-DF8AB2FEB165}"/>
          </ac:picMkLst>
        </pc:picChg>
        <pc:picChg chg="add mod">
          <ac:chgData name="Jessica Johnson" userId="2fa3b05a-0f24-4f04-bd66-8b91b06ff392" providerId="ADAL" clId="{C31B7D75-9B44-A84E-975F-5F539E5F8CDC}" dt="2025-07-14T19:54:25.324" v="567" actId="1076"/>
          <ac:picMkLst>
            <pc:docMk/>
            <pc:sldMk cId="2980607588" sldId="337"/>
            <ac:picMk id="43" creationId="{9AE76100-D5DB-6A80-0CAB-7CECAE86BB1A}"/>
          </ac:picMkLst>
        </pc:picChg>
        <pc:picChg chg="add mod">
          <ac:chgData name="Jessica Johnson" userId="2fa3b05a-0f24-4f04-bd66-8b91b06ff392" providerId="ADAL" clId="{C31B7D75-9B44-A84E-975F-5F539E5F8CDC}" dt="2025-07-14T19:54:25.324" v="567" actId="1076"/>
          <ac:picMkLst>
            <pc:docMk/>
            <pc:sldMk cId="2980607588" sldId="337"/>
            <ac:picMk id="44" creationId="{2503731B-5F33-2CAC-31DD-4AC05AC3C65D}"/>
          </ac:picMkLst>
        </pc:picChg>
        <pc:picChg chg="add mod">
          <ac:chgData name="Jessica Johnson" userId="2fa3b05a-0f24-4f04-bd66-8b91b06ff392" providerId="ADAL" clId="{C31B7D75-9B44-A84E-975F-5F539E5F8CDC}" dt="2025-07-14T19:54:25.324" v="567" actId="1076"/>
          <ac:picMkLst>
            <pc:docMk/>
            <pc:sldMk cId="2980607588" sldId="337"/>
            <ac:picMk id="45" creationId="{39DADB53-C34B-D9D0-03F0-2298EF50911C}"/>
          </ac:picMkLst>
        </pc:picChg>
        <pc:picChg chg="add mod">
          <ac:chgData name="Jessica Johnson" userId="2fa3b05a-0f24-4f04-bd66-8b91b06ff392" providerId="ADAL" clId="{C31B7D75-9B44-A84E-975F-5F539E5F8CDC}" dt="2025-07-14T19:54:25.324" v="567" actId="1076"/>
          <ac:picMkLst>
            <pc:docMk/>
            <pc:sldMk cId="2980607588" sldId="337"/>
            <ac:picMk id="46" creationId="{15E7C5EB-5E5A-B72B-7547-C2AE5C75425C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4T20:10:33.403" v="1289" actId="20577"/>
        <pc:sldMkLst>
          <pc:docMk/>
          <pc:sldMk cId="922612966" sldId="338"/>
        </pc:sldMkLst>
        <pc:spChg chg="mod">
          <ac:chgData name="Jessica Johnson" userId="2fa3b05a-0f24-4f04-bd66-8b91b06ff392" providerId="ADAL" clId="{C31B7D75-9B44-A84E-975F-5F539E5F8CDC}" dt="2025-07-14T20:10:33.403" v="1289" actId="20577"/>
          <ac:spMkLst>
            <pc:docMk/>
            <pc:sldMk cId="922612966" sldId="338"/>
            <ac:spMk id="2" creationId="{BF5F9030-2D53-2765-6CF4-0EFAF62E99F3}"/>
          </ac:spMkLst>
        </pc:spChg>
        <pc:spChg chg="mod">
          <ac:chgData name="Jessica Johnson" userId="2fa3b05a-0f24-4f04-bd66-8b91b06ff392" providerId="ADAL" clId="{C31B7D75-9B44-A84E-975F-5F539E5F8CDC}" dt="2025-07-14T19:55:41.951" v="657" actId="20577"/>
          <ac:spMkLst>
            <pc:docMk/>
            <pc:sldMk cId="922612966" sldId="338"/>
            <ac:spMk id="3" creationId="{741A92BB-0F16-D58A-B749-1EF10DDB11AF}"/>
          </ac:spMkLst>
        </pc:spChg>
        <pc:spChg chg="mod">
          <ac:chgData name="Jessica Johnson" userId="2fa3b05a-0f24-4f04-bd66-8b91b06ff392" providerId="ADAL" clId="{C31B7D75-9B44-A84E-975F-5F539E5F8CDC}" dt="2025-07-14T19:56:00.575" v="668" actId="20577"/>
          <ac:spMkLst>
            <pc:docMk/>
            <pc:sldMk cId="922612966" sldId="338"/>
            <ac:spMk id="4" creationId="{5B3287A6-2472-AC14-7E6B-FA996FF750BA}"/>
          </ac:spMkLst>
        </pc:spChg>
        <pc:spChg chg="mod">
          <ac:chgData name="Jessica Johnson" userId="2fa3b05a-0f24-4f04-bd66-8b91b06ff392" providerId="ADAL" clId="{C31B7D75-9B44-A84E-975F-5F539E5F8CDC}" dt="2025-07-14T19:56:02.400" v="671" actId="20577"/>
          <ac:spMkLst>
            <pc:docMk/>
            <pc:sldMk cId="922612966" sldId="338"/>
            <ac:spMk id="5" creationId="{5638C03E-97B0-E324-F717-23977B50E162}"/>
          </ac:spMkLst>
        </pc:spChg>
        <pc:spChg chg="mod">
          <ac:chgData name="Jessica Johnson" userId="2fa3b05a-0f24-4f04-bd66-8b91b06ff392" providerId="ADAL" clId="{C31B7D75-9B44-A84E-975F-5F539E5F8CDC}" dt="2025-07-14T19:56:20.449" v="676" actId="20577"/>
          <ac:spMkLst>
            <pc:docMk/>
            <pc:sldMk cId="922612966" sldId="338"/>
            <ac:spMk id="6" creationId="{03900CE4-75B4-43A5-CE39-676BBEC0C30A}"/>
          </ac:spMkLst>
        </pc:spChg>
        <pc:spChg chg="mod">
          <ac:chgData name="Jessica Johnson" userId="2fa3b05a-0f24-4f04-bd66-8b91b06ff392" providerId="ADAL" clId="{C31B7D75-9B44-A84E-975F-5F539E5F8CDC}" dt="2025-07-14T19:56:54.805" v="692" actId="20577"/>
          <ac:spMkLst>
            <pc:docMk/>
            <pc:sldMk cId="922612966" sldId="338"/>
            <ac:spMk id="7" creationId="{E74C2131-A54C-42F6-2E5D-16FED747AF31}"/>
          </ac:spMkLst>
        </pc:spChg>
        <pc:spChg chg="mod">
          <ac:chgData name="Jessica Johnson" userId="2fa3b05a-0f24-4f04-bd66-8b91b06ff392" providerId="ADAL" clId="{C31B7D75-9B44-A84E-975F-5F539E5F8CDC}" dt="2025-07-14T19:57:33.747" v="706" actId="20577"/>
          <ac:spMkLst>
            <pc:docMk/>
            <pc:sldMk cId="922612966" sldId="338"/>
            <ac:spMk id="8" creationId="{5B455131-F944-EF12-3387-38E9D4117B87}"/>
          </ac:spMkLst>
        </pc:spChg>
        <pc:spChg chg="mod">
          <ac:chgData name="Jessica Johnson" userId="2fa3b05a-0f24-4f04-bd66-8b91b06ff392" providerId="ADAL" clId="{C31B7D75-9B44-A84E-975F-5F539E5F8CDC}" dt="2025-07-14T19:58:10.228" v="714" actId="20577"/>
          <ac:spMkLst>
            <pc:docMk/>
            <pc:sldMk cId="922612966" sldId="338"/>
            <ac:spMk id="9" creationId="{AE15E936-3A40-7686-70DC-B568E8316948}"/>
          </ac:spMkLst>
        </pc:spChg>
        <pc:spChg chg="mod">
          <ac:chgData name="Jessica Johnson" userId="2fa3b05a-0f24-4f04-bd66-8b91b06ff392" providerId="ADAL" clId="{C31B7D75-9B44-A84E-975F-5F539E5F8CDC}" dt="2025-07-14T19:58:34.751" v="728" actId="20577"/>
          <ac:spMkLst>
            <pc:docMk/>
            <pc:sldMk cId="922612966" sldId="338"/>
            <ac:spMk id="10" creationId="{979CED24-B7A6-FC31-FF89-850EC3B16670}"/>
          </ac:spMkLst>
        </pc:spChg>
        <pc:spChg chg="mod">
          <ac:chgData name="Jessica Johnson" userId="2fa3b05a-0f24-4f04-bd66-8b91b06ff392" providerId="ADAL" clId="{C31B7D75-9B44-A84E-975F-5F539E5F8CDC}" dt="2025-07-14T19:58:40.611" v="739" actId="20577"/>
          <ac:spMkLst>
            <pc:docMk/>
            <pc:sldMk cId="922612966" sldId="338"/>
            <ac:spMk id="11" creationId="{FD02FA70-2706-72FD-1807-4C01AD4C9AF9}"/>
          </ac:spMkLst>
        </pc:spChg>
        <pc:spChg chg="mod">
          <ac:chgData name="Jessica Johnson" userId="2fa3b05a-0f24-4f04-bd66-8b91b06ff392" providerId="ADAL" clId="{C31B7D75-9B44-A84E-975F-5F539E5F8CDC}" dt="2025-07-14T19:58:49.414" v="755" actId="20577"/>
          <ac:spMkLst>
            <pc:docMk/>
            <pc:sldMk cId="922612966" sldId="338"/>
            <ac:spMk id="12" creationId="{EB7BD0C4-FE7E-2DEC-0604-A8ED6A513FAF}"/>
          </ac:spMkLst>
        </pc:spChg>
        <pc:spChg chg="mod">
          <ac:chgData name="Jessica Johnson" userId="2fa3b05a-0f24-4f04-bd66-8b91b06ff392" providerId="ADAL" clId="{C31B7D75-9B44-A84E-975F-5F539E5F8CDC}" dt="2025-07-14T19:58:57.306" v="767" actId="20577"/>
          <ac:spMkLst>
            <pc:docMk/>
            <pc:sldMk cId="922612966" sldId="338"/>
            <ac:spMk id="13" creationId="{57778DE1-2A91-A8ED-F748-C9B6BF58C5BC}"/>
          </ac:spMkLst>
        </pc:spChg>
        <pc:spChg chg="mod">
          <ac:chgData name="Jessica Johnson" userId="2fa3b05a-0f24-4f04-bd66-8b91b06ff392" providerId="ADAL" clId="{C31B7D75-9B44-A84E-975F-5F539E5F8CDC}" dt="2025-07-14T19:59:02.405" v="780" actId="20577"/>
          <ac:spMkLst>
            <pc:docMk/>
            <pc:sldMk cId="922612966" sldId="338"/>
            <ac:spMk id="14" creationId="{7E6C72EB-45C9-A459-E268-1BC8E2ACF826}"/>
          </ac:spMkLst>
        </pc:spChg>
        <pc:spChg chg="mod">
          <ac:chgData name="Jessica Johnson" userId="2fa3b05a-0f24-4f04-bd66-8b91b06ff392" providerId="ADAL" clId="{C31B7D75-9B44-A84E-975F-5F539E5F8CDC}" dt="2025-07-14T19:59:09.784" v="798" actId="20577"/>
          <ac:spMkLst>
            <pc:docMk/>
            <pc:sldMk cId="922612966" sldId="338"/>
            <ac:spMk id="15" creationId="{46E223BE-A58F-DD7A-244F-4DFEB74B6A6A}"/>
          </ac:spMkLst>
        </pc:spChg>
        <pc:spChg chg="mod">
          <ac:chgData name="Jessica Johnson" userId="2fa3b05a-0f24-4f04-bd66-8b91b06ff392" providerId="ADAL" clId="{C31B7D75-9B44-A84E-975F-5F539E5F8CDC}" dt="2025-07-14T19:59:15.613" v="813" actId="20577"/>
          <ac:spMkLst>
            <pc:docMk/>
            <pc:sldMk cId="922612966" sldId="338"/>
            <ac:spMk id="16" creationId="{9DF7DEED-2EDA-E4BB-62A8-9C0925A7BDCD}"/>
          </ac:spMkLst>
        </pc:spChg>
        <pc:spChg chg="mod">
          <ac:chgData name="Jessica Johnson" userId="2fa3b05a-0f24-4f04-bd66-8b91b06ff392" providerId="ADAL" clId="{C31B7D75-9B44-A84E-975F-5F539E5F8CDC}" dt="2025-07-14T19:59:43.405" v="826" actId="20577"/>
          <ac:spMkLst>
            <pc:docMk/>
            <pc:sldMk cId="922612966" sldId="338"/>
            <ac:spMk id="17" creationId="{B0907733-6FE4-7271-A473-277D7DE42AC9}"/>
          </ac:spMkLst>
        </pc:spChg>
        <pc:spChg chg="mod">
          <ac:chgData name="Jessica Johnson" userId="2fa3b05a-0f24-4f04-bd66-8b91b06ff392" providerId="ADAL" clId="{C31B7D75-9B44-A84E-975F-5F539E5F8CDC}" dt="2025-07-14T19:59:51.842" v="842" actId="20577"/>
          <ac:spMkLst>
            <pc:docMk/>
            <pc:sldMk cId="922612966" sldId="338"/>
            <ac:spMk id="18" creationId="{141F6107-5BED-86D4-7910-04DB6581D52C}"/>
          </ac:spMkLst>
        </pc:spChg>
        <pc:spChg chg="mod">
          <ac:chgData name="Jessica Johnson" userId="2fa3b05a-0f24-4f04-bd66-8b91b06ff392" providerId="ADAL" clId="{C31B7D75-9B44-A84E-975F-5F539E5F8CDC}" dt="2025-07-14T19:59:58.935" v="859" actId="20577"/>
          <ac:spMkLst>
            <pc:docMk/>
            <pc:sldMk cId="922612966" sldId="338"/>
            <ac:spMk id="19" creationId="{3FB50502-D47F-8862-4ECD-7D6C673EC3E8}"/>
          </ac:spMkLst>
        </pc:spChg>
        <pc:spChg chg="mod">
          <ac:chgData name="Jessica Johnson" userId="2fa3b05a-0f24-4f04-bd66-8b91b06ff392" providerId="ADAL" clId="{C31B7D75-9B44-A84E-975F-5F539E5F8CDC}" dt="2025-07-14T20:00:02.951" v="868" actId="20577"/>
          <ac:spMkLst>
            <pc:docMk/>
            <pc:sldMk cId="922612966" sldId="338"/>
            <ac:spMk id="20" creationId="{25F3B035-6665-4101-6E27-74D629996DD0}"/>
          </ac:spMkLst>
        </pc:spChg>
        <pc:spChg chg="mod">
          <ac:chgData name="Jessica Johnson" userId="2fa3b05a-0f24-4f04-bd66-8b91b06ff392" providerId="ADAL" clId="{C31B7D75-9B44-A84E-975F-5F539E5F8CDC}" dt="2025-07-14T20:00:08.409" v="878" actId="20577"/>
          <ac:spMkLst>
            <pc:docMk/>
            <pc:sldMk cId="922612966" sldId="338"/>
            <ac:spMk id="21" creationId="{2DCDC159-DE85-B523-A457-645D57FD4A99}"/>
          </ac:spMkLst>
        </pc:spChg>
        <pc:spChg chg="mod">
          <ac:chgData name="Jessica Johnson" userId="2fa3b05a-0f24-4f04-bd66-8b91b06ff392" providerId="ADAL" clId="{C31B7D75-9B44-A84E-975F-5F539E5F8CDC}" dt="2025-07-14T20:00:15.694" v="893" actId="20577"/>
          <ac:spMkLst>
            <pc:docMk/>
            <pc:sldMk cId="922612966" sldId="338"/>
            <ac:spMk id="22" creationId="{DB6EDF91-21A7-4B7B-D33C-D597042AA586}"/>
          </ac:spMkLst>
        </pc:spChg>
        <pc:spChg chg="mod">
          <ac:chgData name="Jessica Johnson" userId="2fa3b05a-0f24-4f04-bd66-8b91b06ff392" providerId="ADAL" clId="{C31B7D75-9B44-A84E-975F-5F539E5F8CDC}" dt="2025-07-14T20:00:36.823" v="918" actId="20577"/>
          <ac:spMkLst>
            <pc:docMk/>
            <pc:sldMk cId="922612966" sldId="338"/>
            <ac:spMk id="23" creationId="{70C587E5-3753-57C6-5368-B973A7E60EFF}"/>
          </ac:spMkLst>
        </pc:spChg>
        <pc:picChg chg="add mod">
          <ac:chgData name="Jessica Johnson" userId="2fa3b05a-0f24-4f04-bd66-8b91b06ff392" providerId="ADAL" clId="{C31B7D75-9B44-A84E-975F-5F539E5F8CDC}" dt="2025-07-14T19:55:32.255" v="629" actId="1076"/>
          <ac:picMkLst>
            <pc:docMk/>
            <pc:sldMk cId="922612966" sldId="338"/>
            <ac:picMk id="24" creationId="{FBEDCD87-4D2C-D369-3AF0-E488AE64D366}"/>
          </ac:picMkLst>
        </pc:picChg>
        <pc:picChg chg="add mod">
          <ac:chgData name="Jessica Johnson" userId="2fa3b05a-0f24-4f04-bd66-8b91b06ff392" providerId="ADAL" clId="{C31B7D75-9B44-A84E-975F-5F539E5F8CDC}" dt="2025-07-14T19:55:55.708" v="660" actId="1076"/>
          <ac:picMkLst>
            <pc:docMk/>
            <pc:sldMk cId="922612966" sldId="338"/>
            <ac:picMk id="25" creationId="{21A82FA0-4659-5F05-CFA7-1D382C27675A}"/>
          </ac:picMkLst>
        </pc:picChg>
        <pc:picChg chg="add mod">
          <ac:chgData name="Jessica Johnson" userId="2fa3b05a-0f24-4f04-bd66-8b91b06ff392" providerId="ADAL" clId="{C31B7D75-9B44-A84E-975F-5F539E5F8CDC}" dt="2025-07-14T19:55:55.708" v="660" actId="1076"/>
          <ac:picMkLst>
            <pc:docMk/>
            <pc:sldMk cId="922612966" sldId="338"/>
            <ac:picMk id="26" creationId="{2C577F0F-AFD9-6DF6-25DE-CC48D8AFCFCE}"/>
          </ac:picMkLst>
        </pc:picChg>
        <pc:picChg chg="add mod">
          <ac:chgData name="Jessica Johnson" userId="2fa3b05a-0f24-4f04-bd66-8b91b06ff392" providerId="ADAL" clId="{C31B7D75-9B44-A84E-975F-5F539E5F8CDC}" dt="2025-07-14T19:56:25.585" v="677" actId="1076"/>
          <ac:picMkLst>
            <pc:docMk/>
            <pc:sldMk cId="922612966" sldId="338"/>
            <ac:picMk id="27" creationId="{21379B0F-A5D5-FFDE-3D03-43AC97A0C9C9}"/>
          </ac:picMkLst>
        </pc:picChg>
        <pc:picChg chg="add mod">
          <ac:chgData name="Jessica Johnson" userId="2fa3b05a-0f24-4f04-bd66-8b91b06ff392" providerId="ADAL" clId="{C31B7D75-9B44-A84E-975F-5F539E5F8CDC}" dt="2025-07-14T19:56:50.103" v="679" actId="1076"/>
          <ac:picMkLst>
            <pc:docMk/>
            <pc:sldMk cId="922612966" sldId="338"/>
            <ac:picMk id="28" creationId="{8FB94D3E-6DC9-22CB-41D3-C2DC39608956}"/>
          </ac:picMkLst>
        </pc:picChg>
        <pc:picChg chg="add mod">
          <ac:chgData name="Jessica Johnson" userId="2fa3b05a-0f24-4f04-bd66-8b91b06ff392" providerId="ADAL" clId="{C31B7D75-9B44-A84E-975F-5F539E5F8CDC}" dt="2025-07-14T19:57:29.944" v="695" actId="1076"/>
          <ac:picMkLst>
            <pc:docMk/>
            <pc:sldMk cId="922612966" sldId="338"/>
            <ac:picMk id="29" creationId="{FE53EACB-3830-6668-2B28-5E9537D80CEF}"/>
          </ac:picMkLst>
        </pc:picChg>
        <pc:picChg chg="add mod">
          <ac:chgData name="Jessica Johnson" userId="2fa3b05a-0f24-4f04-bd66-8b91b06ff392" providerId="ADAL" clId="{C31B7D75-9B44-A84E-975F-5F539E5F8CDC}" dt="2025-07-14T19:58:08.062" v="709" actId="1076"/>
          <ac:picMkLst>
            <pc:docMk/>
            <pc:sldMk cId="922612966" sldId="338"/>
            <ac:picMk id="30" creationId="{9D95B81F-5EAE-97D7-6F57-C44D5370F054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1" creationId="{CB38EBF3-1E03-A668-73A3-C15765022B78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2" creationId="{20CB901B-AEFD-25A8-C2D0-971B2B53BA80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3" creationId="{76D369E3-A3BC-54FF-0CB3-636A3A2AB75B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4" creationId="{42B7F31D-421A-A23F-FFA5-E557E6FDB5E8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5" creationId="{6B6CDD6A-36C8-4610-9AEA-CDBDEF2846AB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6" creationId="{8CA0DA6E-7E3A-28CD-A491-35A554C09755}"/>
          </ac:picMkLst>
        </pc:picChg>
        <pc:picChg chg="add mod">
          <ac:chgData name="Jessica Johnson" userId="2fa3b05a-0f24-4f04-bd66-8b91b06ff392" providerId="ADAL" clId="{C31B7D75-9B44-A84E-975F-5F539E5F8CDC}" dt="2025-07-14T19:58:28.676" v="717" actId="1076"/>
          <ac:picMkLst>
            <pc:docMk/>
            <pc:sldMk cId="922612966" sldId="338"/>
            <ac:picMk id="37" creationId="{EBF8428A-C254-13ED-6BEC-DF94F1B001D8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38" creationId="{5B010DFF-C6F9-59DD-D2AA-B2F22362E0CF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39" creationId="{BA94D558-EFF5-74B3-5BF4-64B64F923CBC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40" creationId="{FE833DCE-5455-057D-97E5-9FD1D1FB64F5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41" creationId="{4B670106-437C-543A-C2D6-FDFBC2049E32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42" creationId="{9D92712F-186F-5DE7-BCF9-3D6D55952336}"/>
          </ac:picMkLst>
        </pc:picChg>
        <pc:picChg chg="add mod">
          <ac:chgData name="Jessica Johnson" userId="2fa3b05a-0f24-4f04-bd66-8b91b06ff392" providerId="ADAL" clId="{C31B7D75-9B44-A84E-975F-5F539E5F8CDC}" dt="2025-07-14T19:59:38.247" v="816" actId="1076"/>
          <ac:picMkLst>
            <pc:docMk/>
            <pc:sldMk cId="922612966" sldId="338"/>
            <ac:picMk id="43" creationId="{91CD8234-EF8B-77C1-6D37-C0D9392EFFE9}"/>
          </ac:picMkLst>
        </pc:picChg>
        <pc:picChg chg="add mod">
          <ac:chgData name="Jessica Johnson" userId="2fa3b05a-0f24-4f04-bd66-8b91b06ff392" providerId="ADAL" clId="{C31B7D75-9B44-A84E-975F-5F539E5F8CDC}" dt="2025-07-14T20:00:50.100" v="922" actId="1076"/>
          <ac:picMkLst>
            <pc:docMk/>
            <pc:sldMk cId="922612966" sldId="338"/>
            <ac:picMk id="45" creationId="{BAF31D17-B129-E58B-47E0-B7C25E485A48}"/>
          </ac:picMkLst>
        </pc:picChg>
      </pc:sldChg>
      <pc:sldChg chg="addSp modSp new mod">
        <pc:chgData name="Jessica Johnson" userId="2fa3b05a-0f24-4f04-bd66-8b91b06ff392" providerId="ADAL" clId="{C31B7D75-9B44-A84E-975F-5F539E5F8CDC}" dt="2025-07-14T20:16:42.178" v="1447" actId="20577"/>
        <pc:sldMkLst>
          <pc:docMk/>
          <pc:sldMk cId="2765600317" sldId="339"/>
        </pc:sldMkLst>
        <pc:spChg chg="mod">
          <ac:chgData name="Jessica Johnson" userId="2fa3b05a-0f24-4f04-bd66-8b91b06ff392" providerId="ADAL" clId="{C31B7D75-9B44-A84E-975F-5F539E5F8CDC}" dt="2025-07-14T20:10:38.826" v="1291" actId="20577"/>
          <ac:spMkLst>
            <pc:docMk/>
            <pc:sldMk cId="2765600317" sldId="339"/>
            <ac:spMk id="2" creationId="{D92F75AB-97FD-7B75-D0B3-B5B180D2AF9B}"/>
          </ac:spMkLst>
        </pc:spChg>
        <pc:spChg chg="mod">
          <ac:chgData name="Jessica Johnson" userId="2fa3b05a-0f24-4f04-bd66-8b91b06ff392" providerId="ADAL" clId="{C31B7D75-9B44-A84E-975F-5F539E5F8CDC}" dt="2025-07-14T20:01:25.665" v="942" actId="20577"/>
          <ac:spMkLst>
            <pc:docMk/>
            <pc:sldMk cId="2765600317" sldId="339"/>
            <ac:spMk id="3" creationId="{BE2B5708-AED3-8EBB-3A77-96191523210F}"/>
          </ac:spMkLst>
        </pc:spChg>
        <pc:spChg chg="mod">
          <ac:chgData name="Jessica Johnson" userId="2fa3b05a-0f24-4f04-bd66-8b91b06ff392" providerId="ADAL" clId="{C31B7D75-9B44-A84E-975F-5F539E5F8CDC}" dt="2025-07-14T20:01:30.871" v="959" actId="20577"/>
          <ac:spMkLst>
            <pc:docMk/>
            <pc:sldMk cId="2765600317" sldId="339"/>
            <ac:spMk id="4" creationId="{E0E68424-7176-4550-093A-3C1BA152855B}"/>
          </ac:spMkLst>
        </pc:spChg>
        <pc:spChg chg="mod">
          <ac:chgData name="Jessica Johnson" userId="2fa3b05a-0f24-4f04-bd66-8b91b06ff392" providerId="ADAL" clId="{C31B7D75-9B44-A84E-975F-5F539E5F8CDC}" dt="2025-07-14T20:01:55.636" v="980" actId="20577"/>
          <ac:spMkLst>
            <pc:docMk/>
            <pc:sldMk cId="2765600317" sldId="339"/>
            <ac:spMk id="5" creationId="{7BE236C1-13EF-D7F7-54A5-414A3FF0EF05}"/>
          </ac:spMkLst>
        </pc:spChg>
        <pc:spChg chg="mod">
          <ac:chgData name="Jessica Johnson" userId="2fa3b05a-0f24-4f04-bd66-8b91b06ff392" providerId="ADAL" clId="{C31B7D75-9B44-A84E-975F-5F539E5F8CDC}" dt="2025-07-14T20:02:01.051" v="989" actId="20577"/>
          <ac:spMkLst>
            <pc:docMk/>
            <pc:sldMk cId="2765600317" sldId="339"/>
            <ac:spMk id="6" creationId="{111AEF2A-93C6-4F9E-1E7D-BF57C583075B}"/>
          </ac:spMkLst>
        </pc:spChg>
        <pc:spChg chg="mod">
          <ac:chgData name="Jessica Johnson" userId="2fa3b05a-0f24-4f04-bd66-8b91b06ff392" providerId="ADAL" clId="{C31B7D75-9B44-A84E-975F-5F539E5F8CDC}" dt="2025-07-14T20:02:21.403" v="998" actId="20577"/>
          <ac:spMkLst>
            <pc:docMk/>
            <pc:sldMk cId="2765600317" sldId="339"/>
            <ac:spMk id="7" creationId="{E589C3AB-F450-E0B6-B635-F60EEC14848B}"/>
          </ac:spMkLst>
        </pc:spChg>
        <pc:spChg chg="mod">
          <ac:chgData name="Jessica Johnson" userId="2fa3b05a-0f24-4f04-bd66-8b91b06ff392" providerId="ADAL" clId="{C31B7D75-9B44-A84E-975F-5F539E5F8CDC}" dt="2025-07-14T20:02:39.733" v="1009" actId="20577"/>
          <ac:spMkLst>
            <pc:docMk/>
            <pc:sldMk cId="2765600317" sldId="339"/>
            <ac:spMk id="8" creationId="{824BE672-C8F0-2910-CC6A-4C58CDEDA3A7}"/>
          </ac:spMkLst>
        </pc:spChg>
        <pc:spChg chg="mod">
          <ac:chgData name="Jessica Johnson" userId="2fa3b05a-0f24-4f04-bd66-8b91b06ff392" providerId="ADAL" clId="{C31B7D75-9B44-A84E-975F-5F539E5F8CDC}" dt="2025-07-14T20:03:14.264" v="1017" actId="20577"/>
          <ac:spMkLst>
            <pc:docMk/>
            <pc:sldMk cId="2765600317" sldId="339"/>
            <ac:spMk id="9" creationId="{E319A435-53EF-D6E2-269C-E9555E9FD84B}"/>
          </ac:spMkLst>
        </pc:spChg>
        <pc:spChg chg="mod">
          <ac:chgData name="Jessica Johnson" userId="2fa3b05a-0f24-4f04-bd66-8b91b06ff392" providerId="ADAL" clId="{C31B7D75-9B44-A84E-975F-5F539E5F8CDC}" dt="2025-07-14T20:03:33.143" v="1030" actId="20577"/>
          <ac:spMkLst>
            <pc:docMk/>
            <pc:sldMk cId="2765600317" sldId="339"/>
            <ac:spMk id="10" creationId="{7C04C99D-3FC8-7AC0-D599-6671D14EFFD7}"/>
          </ac:spMkLst>
        </pc:spChg>
        <pc:spChg chg="mod">
          <ac:chgData name="Jessica Johnson" userId="2fa3b05a-0f24-4f04-bd66-8b91b06ff392" providerId="ADAL" clId="{C31B7D75-9B44-A84E-975F-5F539E5F8CDC}" dt="2025-07-14T20:03:48.847" v="1034" actId="20577"/>
          <ac:spMkLst>
            <pc:docMk/>
            <pc:sldMk cId="2765600317" sldId="339"/>
            <ac:spMk id="11" creationId="{C6ADC34A-4BC0-54D7-6CFA-EE13AC15CB66}"/>
          </ac:spMkLst>
        </pc:spChg>
        <pc:spChg chg="mod">
          <ac:chgData name="Jessica Johnson" userId="2fa3b05a-0f24-4f04-bd66-8b91b06ff392" providerId="ADAL" clId="{C31B7D75-9B44-A84E-975F-5F539E5F8CDC}" dt="2025-07-14T20:04:24.626" v="1057" actId="20577"/>
          <ac:spMkLst>
            <pc:docMk/>
            <pc:sldMk cId="2765600317" sldId="339"/>
            <ac:spMk id="12" creationId="{5AC44F61-3418-68A2-8AF0-6C725F7738A3}"/>
          </ac:spMkLst>
        </pc:spChg>
        <pc:spChg chg="mod">
          <ac:chgData name="Jessica Johnson" userId="2fa3b05a-0f24-4f04-bd66-8b91b06ff392" providerId="ADAL" clId="{C31B7D75-9B44-A84E-975F-5F539E5F8CDC}" dt="2025-07-14T20:16:42.178" v="1447" actId="20577"/>
          <ac:spMkLst>
            <pc:docMk/>
            <pc:sldMk cId="2765600317" sldId="339"/>
            <ac:spMk id="13" creationId="{EB9BDA6E-DCAD-F269-E58F-0789BE2A9B34}"/>
          </ac:spMkLst>
        </pc:spChg>
        <pc:spChg chg="mod">
          <ac:chgData name="Jessica Johnson" userId="2fa3b05a-0f24-4f04-bd66-8b91b06ff392" providerId="ADAL" clId="{C31B7D75-9B44-A84E-975F-5F539E5F8CDC}" dt="2025-07-14T20:04:57.503" v="1073" actId="20577"/>
          <ac:spMkLst>
            <pc:docMk/>
            <pc:sldMk cId="2765600317" sldId="339"/>
            <ac:spMk id="14" creationId="{AB4E54D0-74EA-60EF-94F8-12E137A3EB42}"/>
          </ac:spMkLst>
        </pc:spChg>
        <pc:spChg chg="mod">
          <ac:chgData name="Jessica Johnson" userId="2fa3b05a-0f24-4f04-bd66-8b91b06ff392" providerId="ADAL" clId="{C31B7D75-9B44-A84E-975F-5F539E5F8CDC}" dt="2025-07-14T20:05:21.604" v="1101" actId="20577"/>
          <ac:spMkLst>
            <pc:docMk/>
            <pc:sldMk cId="2765600317" sldId="339"/>
            <ac:spMk id="15" creationId="{CDF02009-8C22-B4DD-AA19-1BED8DAF09A7}"/>
          </ac:spMkLst>
        </pc:spChg>
        <pc:spChg chg="mod">
          <ac:chgData name="Jessica Johnson" userId="2fa3b05a-0f24-4f04-bd66-8b91b06ff392" providerId="ADAL" clId="{C31B7D75-9B44-A84E-975F-5F539E5F8CDC}" dt="2025-07-14T20:05:28.734" v="1115" actId="20577"/>
          <ac:spMkLst>
            <pc:docMk/>
            <pc:sldMk cId="2765600317" sldId="339"/>
            <ac:spMk id="16" creationId="{BE52467B-3AF8-4E7D-F698-086D065D8CA7}"/>
          </ac:spMkLst>
        </pc:spChg>
        <pc:spChg chg="mod">
          <ac:chgData name="Jessica Johnson" userId="2fa3b05a-0f24-4f04-bd66-8b91b06ff392" providerId="ADAL" clId="{C31B7D75-9B44-A84E-975F-5F539E5F8CDC}" dt="2025-07-14T20:05:48.918" v="1128" actId="20577"/>
          <ac:spMkLst>
            <pc:docMk/>
            <pc:sldMk cId="2765600317" sldId="339"/>
            <ac:spMk id="17" creationId="{30D2DDA6-C701-81BF-E04A-4292E798CF1A}"/>
          </ac:spMkLst>
        </pc:spChg>
        <pc:spChg chg="mod">
          <ac:chgData name="Jessica Johnson" userId="2fa3b05a-0f24-4f04-bd66-8b91b06ff392" providerId="ADAL" clId="{C31B7D75-9B44-A84E-975F-5F539E5F8CDC}" dt="2025-07-14T20:05:52.684" v="1130" actId="20577"/>
          <ac:spMkLst>
            <pc:docMk/>
            <pc:sldMk cId="2765600317" sldId="339"/>
            <ac:spMk id="18" creationId="{6D30D288-B434-C882-D384-55D3050514C2}"/>
          </ac:spMkLst>
        </pc:spChg>
        <pc:spChg chg="mod">
          <ac:chgData name="Jessica Johnson" userId="2fa3b05a-0f24-4f04-bd66-8b91b06ff392" providerId="ADAL" clId="{C31B7D75-9B44-A84E-975F-5F539E5F8CDC}" dt="2025-07-14T20:05:58.319" v="1141" actId="20577"/>
          <ac:spMkLst>
            <pc:docMk/>
            <pc:sldMk cId="2765600317" sldId="339"/>
            <ac:spMk id="19" creationId="{AD420947-6149-AE36-4001-81A3584D7599}"/>
          </ac:spMkLst>
        </pc:spChg>
        <pc:spChg chg="mod">
          <ac:chgData name="Jessica Johnson" userId="2fa3b05a-0f24-4f04-bd66-8b91b06ff392" providerId="ADAL" clId="{C31B7D75-9B44-A84E-975F-5F539E5F8CDC}" dt="2025-07-14T20:06:14.721" v="1155" actId="20577"/>
          <ac:spMkLst>
            <pc:docMk/>
            <pc:sldMk cId="2765600317" sldId="339"/>
            <ac:spMk id="20" creationId="{0A5AFC0C-038F-B3B6-FD9F-F48FE2E671B3}"/>
          </ac:spMkLst>
        </pc:spChg>
        <pc:spChg chg="mod">
          <ac:chgData name="Jessica Johnson" userId="2fa3b05a-0f24-4f04-bd66-8b91b06ff392" providerId="ADAL" clId="{C31B7D75-9B44-A84E-975F-5F539E5F8CDC}" dt="2025-07-14T20:06:26.773" v="1162" actId="20577"/>
          <ac:spMkLst>
            <pc:docMk/>
            <pc:sldMk cId="2765600317" sldId="339"/>
            <ac:spMk id="21" creationId="{924D59C6-70AA-C191-E838-BE5AB6F5073A}"/>
          </ac:spMkLst>
        </pc:spChg>
        <pc:spChg chg="mod">
          <ac:chgData name="Jessica Johnson" userId="2fa3b05a-0f24-4f04-bd66-8b91b06ff392" providerId="ADAL" clId="{C31B7D75-9B44-A84E-975F-5F539E5F8CDC}" dt="2025-07-14T20:07:39.682" v="1193" actId="20577"/>
          <ac:spMkLst>
            <pc:docMk/>
            <pc:sldMk cId="2765600317" sldId="339"/>
            <ac:spMk id="22" creationId="{8E27A29D-4195-8C28-BD9C-FF7CDC70CCC8}"/>
          </ac:spMkLst>
        </pc:spChg>
        <pc:spChg chg="mod">
          <ac:chgData name="Jessica Johnson" userId="2fa3b05a-0f24-4f04-bd66-8b91b06ff392" providerId="ADAL" clId="{C31B7D75-9B44-A84E-975F-5F539E5F8CDC}" dt="2025-07-14T20:07:55.995" v="1203" actId="20577"/>
          <ac:spMkLst>
            <pc:docMk/>
            <pc:sldMk cId="2765600317" sldId="339"/>
            <ac:spMk id="23" creationId="{1549F0FB-6BE6-CFF5-9624-1F967EF2B47A}"/>
          </ac:spMkLst>
        </pc:spChg>
        <pc:picChg chg="add mod">
          <ac:chgData name="Jessica Johnson" userId="2fa3b05a-0f24-4f04-bd66-8b91b06ff392" providerId="ADAL" clId="{C31B7D75-9B44-A84E-975F-5F539E5F8CDC}" dt="2025-07-14T20:01:06.844" v="925" actId="1076"/>
          <ac:picMkLst>
            <pc:docMk/>
            <pc:sldMk cId="2765600317" sldId="339"/>
            <ac:picMk id="24" creationId="{0D27363A-8C00-6BA9-E56C-21F33BAA2AC1}"/>
          </ac:picMkLst>
        </pc:picChg>
        <pc:picChg chg="add mod">
          <ac:chgData name="Jessica Johnson" userId="2fa3b05a-0f24-4f04-bd66-8b91b06ff392" providerId="ADAL" clId="{C31B7D75-9B44-A84E-975F-5F539E5F8CDC}" dt="2025-07-14T20:01:20.331" v="927" actId="1076"/>
          <ac:picMkLst>
            <pc:docMk/>
            <pc:sldMk cId="2765600317" sldId="339"/>
            <ac:picMk id="25" creationId="{ACC75EF9-B29D-E58C-37A1-E8741C0E3C53}"/>
          </ac:picMkLst>
        </pc:picChg>
        <pc:picChg chg="add mod">
          <ac:chgData name="Jessica Johnson" userId="2fa3b05a-0f24-4f04-bd66-8b91b06ff392" providerId="ADAL" clId="{C31B7D75-9B44-A84E-975F-5F539E5F8CDC}" dt="2025-07-14T20:01:48.347" v="963" actId="1076"/>
          <ac:picMkLst>
            <pc:docMk/>
            <pc:sldMk cId="2765600317" sldId="339"/>
            <ac:picMk id="26" creationId="{22EDA15A-DEFA-DE8E-CD4A-4604D719E06D}"/>
          </ac:picMkLst>
        </pc:picChg>
        <pc:picChg chg="add mod">
          <ac:chgData name="Jessica Johnson" userId="2fa3b05a-0f24-4f04-bd66-8b91b06ff392" providerId="ADAL" clId="{C31B7D75-9B44-A84E-975F-5F539E5F8CDC}" dt="2025-07-14T20:01:48.347" v="963" actId="1076"/>
          <ac:picMkLst>
            <pc:docMk/>
            <pc:sldMk cId="2765600317" sldId="339"/>
            <ac:picMk id="27" creationId="{8CA9532D-420D-C486-534B-1E753A3DC353}"/>
          </ac:picMkLst>
        </pc:picChg>
        <pc:picChg chg="add mod">
          <ac:chgData name="Jessica Johnson" userId="2fa3b05a-0f24-4f04-bd66-8b91b06ff392" providerId="ADAL" clId="{C31B7D75-9B44-A84E-975F-5F539E5F8CDC}" dt="2025-07-14T20:07:31.688" v="1187" actId="1076"/>
          <ac:picMkLst>
            <pc:docMk/>
            <pc:sldMk cId="2765600317" sldId="339"/>
            <ac:picMk id="28" creationId="{12E89A96-95B2-67F3-FADF-0DAB1448D3E4}"/>
          </ac:picMkLst>
        </pc:picChg>
        <pc:picChg chg="add mod">
          <ac:chgData name="Jessica Johnson" userId="2fa3b05a-0f24-4f04-bd66-8b91b06ff392" providerId="ADAL" clId="{C31B7D75-9B44-A84E-975F-5F539E5F8CDC}" dt="2025-07-14T20:02:36.465" v="1001" actId="1076"/>
          <ac:picMkLst>
            <pc:docMk/>
            <pc:sldMk cId="2765600317" sldId="339"/>
            <ac:picMk id="29" creationId="{C7104484-EEF0-1407-3B11-252B9C6D94D3}"/>
          </ac:picMkLst>
        </pc:picChg>
        <pc:picChg chg="add mod">
          <ac:chgData name="Jessica Johnson" userId="2fa3b05a-0f24-4f04-bd66-8b91b06ff392" providerId="ADAL" clId="{C31B7D75-9B44-A84E-975F-5F539E5F8CDC}" dt="2025-07-14T20:03:07.594" v="1011" actId="1076"/>
          <ac:picMkLst>
            <pc:docMk/>
            <pc:sldMk cId="2765600317" sldId="339"/>
            <ac:picMk id="30" creationId="{C1919E7B-A87F-98BF-B14D-8D0027FA3A93}"/>
          </ac:picMkLst>
        </pc:picChg>
        <pc:picChg chg="add mod">
          <ac:chgData name="Jessica Johnson" userId="2fa3b05a-0f24-4f04-bd66-8b91b06ff392" providerId="ADAL" clId="{C31B7D75-9B44-A84E-975F-5F539E5F8CDC}" dt="2025-07-14T20:03:26.774" v="1019" actId="1076"/>
          <ac:picMkLst>
            <pc:docMk/>
            <pc:sldMk cId="2765600317" sldId="339"/>
            <ac:picMk id="31" creationId="{B06F7D2F-91E8-39CE-F10E-BFE805CE7557}"/>
          </ac:picMkLst>
        </pc:picChg>
        <pc:picChg chg="add mod">
          <ac:chgData name="Jessica Johnson" userId="2fa3b05a-0f24-4f04-bd66-8b91b06ff392" providerId="ADAL" clId="{C31B7D75-9B44-A84E-975F-5F539E5F8CDC}" dt="2025-07-14T20:03:46.645" v="1032" actId="1076"/>
          <ac:picMkLst>
            <pc:docMk/>
            <pc:sldMk cId="2765600317" sldId="339"/>
            <ac:picMk id="32" creationId="{B92AC729-6336-E437-3384-C1727D70FCCD}"/>
          </ac:picMkLst>
        </pc:picChg>
        <pc:picChg chg="add mod">
          <ac:chgData name="Jessica Johnson" userId="2fa3b05a-0f24-4f04-bd66-8b91b06ff392" providerId="ADAL" clId="{C31B7D75-9B44-A84E-975F-5F539E5F8CDC}" dt="2025-07-14T20:03:59.191" v="1036" actId="1076"/>
          <ac:picMkLst>
            <pc:docMk/>
            <pc:sldMk cId="2765600317" sldId="339"/>
            <ac:picMk id="33" creationId="{451E6771-FE1A-7DEA-330F-326FE2B27ADF}"/>
          </ac:picMkLst>
        </pc:picChg>
        <pc:picChg chg="add mod">
          <ac:chgData name="Jessica Johnson" userId="2fa3b05a-0f24-4f04-bd66-8b91b06ff392" providerId="ADAL" clId="{C31B7D75-9B44-A84E-975F-5F539E5F8CDC}" dt="2025-07-14T20:04:52.120" v="1063" actId="1076"/>
          <ac:picMkLst>
            <pc:docMk/>
            <pc:sldMk cId="2765600317" sldId="339"/>
            <ac:picMk id="34" creationId="{48FEDBAF-D3A7-7467-AB99-7DA265FE5E88}"/>
          </ac:picMkLst>
        </pc:picChg>
        <pc:picChg chg="add mod">
          <ac:chgData name="Jessica Johnson" userId="2fa3b05a-0f24-4f04-bd66-8b91b06ff392" providerId="ADAL" clId="{C31B7D75-9B44-A84E-975F-5F539E5F8CDC}" dt="2025-07-14T20:04:52.120" v="1063" actId="1076"/>
          <ac:picMkLst>
            <pc:docMk/>
            <pc:sldMk cId="2765600317" sldId="339"/>
            <ac:picMk id="35" creationId="{9BADCA00-E7E5-32AA-53CA-38C65BAE4141}"/>
          </ac:picMkLst>
        </pc:picChg>
        <pc:picChg chg="add mod">
          <ac:chgData name="Jessica Johnson" userId="2fa3b05a-0f24-4f04-bd66-8b91b06ff392" providerId="ADAL" clId="{C31B7D75-9B44-A84E-975F-5F539E5F8CDC}" dt="2025-07-14T20:05:07.762" v="1074"/>
          <ac:picMkLst>
            <pc:docMk/>
            <pc:sldMk cId="2765600317" sldId="339"/>
            <ac:picMk id="36" creationId="{D5B34A96-291E-4470-B67C-08FB7666F896}"/>
          </ac:picMkLst>
        </pc:picChg>
        <pc:picChg chg="add mod">
          <ac:chgData name="Jessica Johnson" userId="2fa3b05a-0f24-4f04-bd66-8b91b06ff392" providerId="ADAL" clId="{C31B7D75-9B44-A84E-975F-5F539E5F8CDC}" dt="2025-07-14T20:05:07.762" v="1074"/>
          <ac:picMkLst>
            <pc:docMk/>
            <pc:sldMk cId="2765600317" sldId="339"/>
            <ac:picMk id="37" creationId="{78EB06D6-30AE-7365-EB5B-FF1DC555E1B1}"/>
          </ac:picMkLst>
        </pc:picChg>
        <pc:picChg chg="add mod">
          <ac:chgData name="Jessica Johnson" userId="2fa3b05a-0f24-4f04-bd66-8b91b06ff392" providerId="ADAL" clId="{C31B7D75-9B44-A84E-975F-5F539E5F8CDC}" dt="2025-07-14T20:05:44.527" v="1116"/>
          <ac:picMkLst>
            <pc:docMk/>
            <pc:sldMk cId="2765600317" sldId="339"/>
            <ac:picMk id="38" creationId="{8889E280-0AE7-7944-3539-B510A9335721}"/>
          </ac:picMkLst>
        </pc:picChg>
        <pc:picChg chg="add mod">
          <ac:chgData name="Jessica Johnson" userId="2fa3b05a-0f24-4f04-bd66-8b91b06ff392" providerId="ADAL" clId="{C31B7D75-9B44-A84E-975F-5F539E5F8CDC}" dt="2025-07-14T20:05:44.527" v="1116"/>
          <ac:picMkLst>
            <pc:docMk/>
            <pc:sldMk cId="2765600317" sldId="339"/>
            <ac:picMk id="39" creationId="{0A961EE0-0AAB-78EC-747F-8275F5CB6D09}"/>
          </ac:picMkLst>
        </pc:picChg>
        <pc:picChg chg="add mod">
          <ac:chgData name="Jessica Johnson" userId="2fa3b05a-0f24-4f04-bd66-8b91b06ff392" providerId="ADAL" clId="{C31B7D75-9B44-A84E-975F-5F539E5F8CDC}" dt="2025-07-14T20:05:44.527" v="1116"/>
          <ac:picMkLst>
            <pc:docMk/>
            <pc:sldMk cId="2765600317" sldId="339"/>
            <ac:picMk id="40" creationId="{45A72451-FD8C-5C0D-8B8A-8170A9DE9690}"/>
          </ac:picMkLst>
        </pc:picChg>
        <pc:picChg chg="add mod">
          <ac:chgData name="Jessica Johnson" userId="2fa3b05a-0f24-4f04-bd66-8b91b06ff392" providerId="ADAL" clId="{C31B7D75-9B44-A84E-975F-5F539E5F8CDC}" dt="2025-07-14T20:06:10.067" v="1143" actId="1076"/>
          <ac:picMkLst>
            <pc:docMk/>
            <pc:sldMk cId="2765600317" sldId="339"/>
            <ac:picMk id="41" creationId="{6FBE059C-BAB8-7B9D-4D9A-43F08EA3743A}"/>
          </ac:picMkLst>
        </pc:picChg>
        <pc:picChg chg="add mod">
          <ac:chgData name="Jessica Johnson" userId="2fa3b05a-0f24-4f04-bd66-8b91b06ff392" providerId="ADAL" clId="{C31B7D75-9B44-A84E-975F-5F539E5F8CDC}" dt="2025-07-14T20:06:24.055" v="1157" actId="1076"/>
          <ac:picMkLst>
            <pc:docMk/>
            <pc:sldMk cId="2765600317" sldId="339"/>
            <ac:picMk id="42" creationId="{423C18A6-5F9A-337A-CBF9-77593CACF575}"/>
          </ac:picMkLst>
        </pc:picChg>
        <pc:picChg chg="add mod">
          <ac:chgData name="Jessica Johnson" userId="2fa3b05a-0f24-4f04-bd66-8b91b06ff392" providerId="ADAL" clId="{C31B7D75-9B44-A84E-975F-5F539E5F8CDC}" dt="2025-07-14T20:07:36.633" v="1188" actId="1076"/>
          <ac:picMkLst>
            <pc:docMk/>
            <pc:sldMk cId="2765600317" sldId="339"/>
            <ac:picMk id="43" creationId="{90B61B3A-2F6A-1CCC-D873-1E378E1730C9}"/>
          </ac:picMkLst>
        </pc:picChg>
        <pc:picChg chg="add mod">
          <ac:chgData name="Jessica Johnson" userId="2fa3b05a-0f24-4f04-bd66-8b91b06ff392" providerId="ADAL" clId="{C31B7D75-9B44-A84E-975F-5F539E5F8CDC}" dt="2025-07-14T20:07:52.986" v="1195" actId="1076"/>
          <ac:picMkLst>
            <pc:docMk/>
            <pc:sldMk cId="2765600317" sldId="339"/>
            <ac:picMk id="44" creationId="{9DC74C58-8023-BBFD-9431-8444131CA0DD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6T19:14:39.525" v="3364" actId="478"/>
        <pc:sldMkLst>
          <pc:docMk/>
          <pc:sldMk cId="1026575550" sldId="340"/>
        </pc:sldMkLst>
        <pc:spChg chg="mod">
          <ac:chgData name="Jessica Johnson" userId="2fa3b05a-0f24-4f04-bd66-8b91b06ff392" providerId="ADAL" clId="{C31B7D75-9B44-A84E-975F-5F539E5F8CDC}" dt="2025-07-14T20:10:44.242" v="1293" actId="20577"/>
          <ac:spMkLst>
            <pc:docMk/>
            <pc:sldMk cId="1026575550" sldId="340"/>
            <ac:spMk id="2" creationId="{E8F0CAE5-3734-47FC-AB48-1D4A60889F76}"/>
          </ac:spMkLst>
        </pc:spChg>
        <pc:spChg chg="mod">
          <ac:chgData name="Jessica Johnson" userId="2fa3b05a-0f24-4f04-bd66-8b91b06ff392" providerId="ADAL" clId="{C31B7D75-9B44-A84E-975F-5F539E5F8CDC}" dt="2025-07-14T20:06:56.104" v="1170" actId="20577"/>
          <ac:spMkLst>
            <pc:docMk/>
            <pc:sldMk cId="1026575550" sldId="340"/>
            <ac:spMk id="3" creationId="{CBB0F4E1-F34B-B9F0-A967-D17628D3AD4C}"/>
          </ac:spMkLst>
        </pc:spChg>
        <pc:spChg chg="mod">
          <ac:chgData name="Jessica Johnson" userId="2fa3b05a-0f24-4f04-bd66-8b91b06ff392" providerId="ADAL" clId="{C31B7D75-9B44-A84E-975F-5F539E5F8CDC}" dt="2025-07-14T20:07:15.920" v="1184" actId="20577"/>
          <ac:spMkLst>
            <pc:docMk/>
            <pc:sldMk cId="1026575550" sldId="340"/>
            <ac:spMk id="4" creationId="{15D8CA32-DD3E-D5C2-7387-AC978E9C26B8}"/>
          </ac:spMkLst>
        </pc:spChg>
        <pc:spChg chg="mod">
          <ac:chgData name="Jessica Johnson" userId="2fa3b05a-0f24-4f04-bd66-8b91b06ff392" providerId="ADAL" clId="{C31B7D75-9B44-A84E-975F-5F539E5F8CDC}" dt="2025-07-14T20:08:26.680" v="1213" actId="20577"/>
          <ac:spMkLst>
            <pc:docMk/>
            <pc:sldMk cId="1026575550" sldId="340"/>
            <ac:spMk id="5" creationId="{C8993078-3E9B-EE47-C199-3EA0A49C6C57}"/>
          </ac:spMkLst>
        </pc:spChg>
        <pc:spChg chg="mod">
          <ac:chgData name="Jessica Johnson" userId="2fa3b05a-0f24-4f04-bd66-8b91b06ff392" providerId="ADAL" clId="{C31B7D75-9B44-A84E-975F-5F539E5F8CDC}" dt="2025-07-14T20:08:28.803" v="1217" actId="20577"/>
          <ac:spMkLst>
            <pc:docMk/>
            <pc:sldMk cId="1026575550" sldId="340"/>
            <ac:spMk id="6" creationId="{765D9179-88CE-96EE-4BCD-A2517AD452FF}"/>
          </ac:spMkLst>
        </pc:spChg>
        <pc:spChg chg="mod">
          <ac:chgData name="Jessica Johnson" userId="2fa3b05a-0f24-4f04-bd66-8b91b06ff392" providerId="ADAL" clId="{C31B7D75-9B44-A84E-975F-5F539E5F8CDC}" dt="2025-07-14T20:09:18.573" v="1249" actId="20577"/>
          <ac:spMkLst>
            <pc:docMk/>
            <pc:sldMk cId="1026575550" sldId="340"/>
            <ac:spMk id="7" creationId="{8699160C-14E3-9C13-4F26-F69B6CFCF2CA}"/>
          </ac:spMkLst>
        </pc:spChg>
        <pc:spChg chg="mod">
          <ac:chgData name="Jessica Johnson" userId="2fa3b05a-0f24-4f04-bd66-8b91b06ff392" providerId="ADAL" clId="{C31B7D75-9B44-A84E-975F-5F539E5F8CDC}" dt="2025-07-14T20:09:21.262" v="1255" actId="20577"/>
          <ac:spMkLst>
            <pc:docMk/>
            <pc:sldMk cId="1026575550" sldId="340"/>
            <ac:spMk id="8" creationId="{4CA96436-DA1C-CE17-33BA-F0D38C6BD550}"/>
          </ac:spMkLst>
        </pc:spChg>
        <pc:spChg chg="mod">
          <ac:chgData name="Jessica Johnson" userId="2fa3b05a-0f24-4f04-bd66-8b91b06ff392" providerId="ADAL" clId="{C31B7D75-9B44-A84E-975F-5F539E5F8CDC}" dt="2025-07-14T20:09:26.424" v="1265" actId="20577"/>
          <ac:spMkLst>
            <pc:docMk/>
            <pc:sldMk cId="1026575550" sldId="340"/>
            <ac:spMk id="9" creationId="{3830AAA8-036A-8860-3634-EA0EAF15EDC9}"/>
          </ac:spMkLst>
        </pc:spChg>
        <pc:spChg chg="mod">
          <ac:chgData name="Jessica Johnson" userId="2fa3b05a-0f24-4f04-bd66-8b91b06ff392" providerId="ADAL" clId="{C31B7D75-9B44-A84E-975F-5F539E5F8CDC}" dt="2025-07-14T20:08:54.486" v="1228" actId="20577"/>
          <ac:spMkLst>
            <pc:docMk/>
            <pc:sldMk cId="1026575550" sldId="340"/>
            <ac:spMk id="10" creationId="{7A590A11-B131-7DE3-21B7-C373B75EF705}"/>
          </ac:spMkLst>
        </pc:spChg>
        <pc:spChg chg="mod">
          <ac:chgData name="Jessica Johnson" userId="2fa3b05a-0f24-4f04-bd66-8b91b06ff392" providerId="ADAL" clId="{C31B7D75-9B44-A84E-975F-5F539E5F8CDC}" dt="2025-07-14T20:08:57.134" v="1233" actId="20577"/>
          <ac:spMkLst>
            <pc:docMk/>
            <pc:sldMk cId="1026575550" sldId="340"/>
            <ac:spMk id="11" creationId="{5092C50D-7CA9-4B44-AA3B-2FDA1E26F38B}"/>
          </ac:spMkLst>
        </pc:spChg>
        <pc:spChg chg="mod">
          <ac:chgData name="Jessica Johnson" userId="2fa3b05a-0f24-4f04-bd66-8b91b06ff392" providerId="ADAL" clId="{C31B7D75-9B44-A84E-975F-5F539E5F8CDC}" dt="2025-07-14T20:09:54.317" v="1285" actId="20577"/>
          <ac:spMkLst>
            <pc:docMk/>
            <pc:sldMk cId="1026575550" sldId="340"/>
            <ac:spMk id="12" creationId="{F45B4980-4DC0-93AF-0875-5A3576B5214E}"/>
          </ac:spMkLst>
        </pc:spChg>
        <pc:spChg chg="mod">
          <ac:chgData name="Jessica Johnson" userId="2fa3b05a-0f24-4f04-bd66-8b91b06ff392" providerId="ADAL" clId="{C31B7D75-9B44-A84E-975F-5F539E5F8CDC}" dt="2025-07-14T20:09:39.375" v="1273" actId="20577"/>
          <ac:spMkLst>
            <pc:docMk/>
            <pc:sldMk cId="1026575550" sldId="340"/>
            <ac:spMk id="13" creationId="{F8C7F6D0-3E28-7F59-3509-1A0507A3C16C}"/>
          </ac:spMkLst>
        </pc:spChg>
        <pc:spChg chg="mod">
          <ac:chgData name="Jessica Johnson" userId="2fa3b05a-0f24-4f04-bd66-8b91b06ff392" providerId="ADAL" clId="{C31B7D75-9B44-A84E-975F-5F539E5F8CDC}" dt="2025-07-14T20:11:21.459" v="1312" actId="20577"/>
          <ac:spMkLst>
            <pc:docMk/>
            <pc:sldMk cId="1026575550" sldId="340"/>
            <ac:spMk id="14" creationId="{0C1AA2F2-802F-C21A-77D6-01235241B48F}"/>
          </ac:spMkLst>
        </pc:spChg>
        <pc:spChg chg="mod">
          <ac:chgData name="Jessica Johnson" userId="2fa3b05a-0f24-4f04-bd66-8b91b06ff392" providerId="ADAL" clId="{C31B7D75-9B44-A84E-975F-5F539E5F8CDC}" dt="2025-07-14T20:11:24.560" v="1319" actId="20577"/>
          <ac:spMkLst>
            <pc:docMk/>
            <pc:sldMk cId="1026575550" sldId="340"/>
            <ac:spMk id="15" creationId="{1E0CDC1C-A436-22B3-F399-4DD808E30D7C}"/>
          </ac:spMkLst>
        </pc:spChg>
        <pc:spChg chg="mod">
          <ac:chgData name="Jessica Johnson" userId="2fa3b05a-0f24-4f04-bd66-8b91b06ff392" providerId="ADAL" clId="{C31B7D75-9B44-A84E-975F-5F539E5F8CDC}" dt="2025-07-14T20:11:28.314" v="1328" actId="20577"/>
          <ac:spMkLst>
            <pc:docMk/>
            <pc:sldMk cId="1026575550" sldId="340"/>
            <ac:spMk id="16" creationId="{7E1921A6-8DEC-AF1F-53CB-FC5C2D8464D6}"/>
          </ac:spMkLst>
        </pc:spChg>
        <pc:spChg chg="mod">
          <ac:chgData name="Jessica Johnson" userId="2fa3b05a-0f24-4f04-bd66-8b91b06ff392" providerId="ADAL" clId="{C31B7D75-9B44-A84E-975F-5F539E5F8CDC}" dt="2025-07-14T20:11:49.845" v="1347" actId="20577"/>
          <ac:spMkLst>
            <pc:docMk/>
            <pc:sldMk cId="1026575550" sldId="340"/>
            <ac:spMk id="17" creationId="{704FDC00-17AA-6D01-AF77-DCD25FE02006}"/>
          </ac:spMkLst>
        </pc:spChg>
        <pc:spChg chg="mod">
          <ac:chgData name="Jessica Johnson" userId="2fa3b05a-0f24-4f04-bd66-8b91b06ff392" providerId="ADAL" clId="{C31B7D75-9B44-A84E-975F-5F539E5F8CDC}" dt="2025-07-14T20:13:08.739" v="1366" actId="20577"/>
          <ac:spMkLst>
            <pc:docMk/>
            <pc:sldMk cId="1026575550" sldId="340"/>
            <ac:spMk id="18" creationId="{5074AFBF-F5E5-1C5A-02CD-B595AB157DE6}"/>
          </ac:spMkLst>
        </pc:spChg>
        <pc:spChg chg="mod">
          <ac:chgData name="Jessica Johnson" userId="2fa3b05a-0f24-4f04-bd66-8b91b06ff392" providerId="ADAL" clId="{C31B7D75-9B44-A84E-975F-5F539E5F8CDC}" dt="2025-07-14T20:13:42.514" v="1377" actId="20577"/>
          <ac:spMkLst>
            <pc:docMk/>
            <pc:sldMk cId="1026575550" sldId="340"/>
            <ac:spMk id="19" creationId="{ACEDA4DA-4DA1-7118-8AF8-218FC089D116}"/>
          </ac:spMkLst>
        </pc:spChg>
        <pc:spChg chg="mod">
          <ac:chgData name="Jessica Johnson" userId="2fa3b05a-0f24-4f04-bd66-8b91b06ff392" providerId="ADAL" clId="{C31B7D75-9B44-A84E-975F-5F539E5F8CDC}" dt="2025-07-14T20:14:03.370" v="1391" actId="20577"/>
          <ac:spMkLst>
            <pc:docMk/>
            <pc:sldMk cId="1026575550" sldId="340"/>
            <ac:spMk id="20" creationId="{7AFD2C16-8B45-CA67-7FBA-A85135D3E880}"/>
          </ac:spMkLst>
        </pc:spChg>
        <pc:spChg chg="mod">
          <ac:chgData name="Jessica Johnson" userId="2fa3b05a-0f24-4f04-bd66-8b91b06ff392" providerId="ADAL" clId="{C31B7D75-9B44-A84E-975F-5F539E5F8CDC}" dt="2025-07-14T20:15:35.760" v="1418" actId="20577"/>
          <ac:spMkLst>
            <pc:docMk/>
            <pc:sldMk cId="1026575550" sldId="340"/>
            <ac:spMk id="21" creationId="{56E1BA3A-AD77-8DA4-F073-7FBCF70E9185}"/>
          </ac:spMkLst>
        </pc:spChg>
        <pc:spChg chg="mod">
          <ac:chgData name="Jessica Johnson" userId="2fa3b05a-0f24-4f04-bd66-8b91b06ff392" providerId="ADAL" clId="{C31B7D75-9B44-A84E-975F-5F539E5F8CDC}" dt="2025-07-14T20:15:59.589" v="1442" actId="20577"/>
          <ac:spMkLst>
            <pc:docMk/>
            <pc:sldMk cId="1026575550" sldId="340"/>
            <ac:spMk id="22" creationId="{14205127-47A0-E489-2A7E-AEDC9A3B5A0F}"/>
          </ac:spMkLst>
        </pc:spChg>
        <pc:spChg chg="del">
          <ac:chgData name="Jessica Johnson" userId="2fa3b05a-0f24-4f04-bd66-8b91b06ff392" providerId="ADAL" clId="{C31B7D75-9B44-A84E-975F-5F539E5F8CDC}" dt="2025-07-16T19:14:39.525" v="3364" actId="478"/>
          <ac:spMkLst>
            <pc:docMk/>
            <pc:sldMk cId="1026575550" sldId="340"/>
            <ac:spMk id="23" creationId="{3CB2C5CE-BE42-52C3-383A-9A1ABF1F495B}"/>
          </ac:spMkLst>
        </pc:spChg>
        <pc:spChg chg="add mod">
          <ac:chgData name="Jessica Johnson" userId="2fa3b05a-0f24-4f04-bd66-8b91b06ff392" providerId="ADAL" clId="{C31B7D75-9B44-A84E-975F-5F539E5F8CDC}" dt="2025-07-14T20:13:31.480" v="1367" actId="767"/>
          <ac:spMkLst>
            <pc:docMk/>
            <pc:sldMk cId="1026575550" sldId="340"/>
            <ac:spMk id="40" creationId="{A7ED47F9-A3CC-BCAC-740E-22F0C802BA37}"/>
          </ac:spMkLst>
        </pc:spChg>
        <pc:picChg chg="add mod">
          <ac:chgData name="Jessica Johnson" userId="2fa3b05a-0f24-4f04-bd66-8b91b06ff392" providerId="ADAL" clId="{C31B7D75-9B44-A84E-975F-5F539E5F8CDC}" dt="2025-07-14T20:06:53.838" v="1166" actId="1076"/>
          <ac:picMkLst>
            <pc:docMk/>
            <pc:sldMk cId="1026575550" sldId="340"/>
            <ac:picMk id="24" creationId="{AC5DEEDB-E0BC-AE9D-0B53-7BC1E9153BE6}"/>
          </ac:picMkLst>
        </pc:picChg>
        <pc:picChg chg="add mod">
          <ac:chgData name="Jessica Johnson" userId="2fa3b05a-0f24-4f04-bd66-8b91b06ff392" providerId="ADAL" clId="{C31B7D75-9B44-A84E-975F-5F539E5F8CDC}" dt="2025-07-14T20:07:11.547" v="1172" actId="1076"/>
          <ac:picMkLst>
            <pc:docMk/>
            <pc:sldMk cId="1026575550" sldId="340"/>
            <ac:picMk id="25" creationId="{BAB3C52F-D102-53F7-F82D-F9964C6E6DE0}"/>
          </ac:picMkLst>
        </pc:picChg>
        <pc:picChg chg="add mod">
          <ac:chgData name="Jessica Johnson" userId="2fa3b05a-0f24-4f04-bd66-8b91b06ff392" providerId="ADAL" clId="{C31B7D75-9B44-A84E-975F-5F539E5F8CDC}" dt="2025-07-14T20:08:23.031" v="1206" actId="1076"/>
          <ac:picMkLst>
            <pc:docMk/>
            <pc:sldMk cId="1026575550" sldId="340"/>
            <ac:picMk id="26" creationId="{E2E4D222-7CFD-2F74-3786-AF4737C5D0CE}"/>
          </ac:picMkLst>
        </pc:picChg>
        <pc:picChg chg="add mod">
          <ac:chgData name="Jessica Johnson" userId="2fa3b05a-0f24-4f04-bd66-8b91b06ff392" providerId="ADAL" clId="{C31B7D75-9B44-A84E-975F-5F539E5F8CDC}" dt="2025-07-14T20:08:23.031" v="1206" actId="1076"/>
          <ac:picMkLst>
            <pc:docMk/>
            <pc:sldMk cId="1026575550" sldId="340"/>
            <ac:picMk id="27" creationId="{0A11F890-3BCC-C64F-B029-1A19A5F343F8}"/>
          </ac:picMkLst>
        </pc:picChg>
        <pc:picChg chg="add mod">
          <ac:chgData name="Jessica Johnson" userId="2fa3b05a-0f24-4f04-bd66-8b91b06ff392" providerId="ADAL" clId="{C31B7D75-9B44-A84E-975F-5F539E5F8CDC}" dt="2025-07-14T20:10:01.660" v="1287" actId="1076"/>
          <ac:picMkLst>
            <pc:docMk/>
            <pc:sldMk cId="1026575550" sldId="340"/>
            <ac:picMk id="28" creationId="{647945CE-526A-4C72-C899-09E4EFF9C242}"/>
          </ac:picMkLst>
        </pc:picChg>
        <pc:picChg chg="add mod">
          <ac:chgData name="Jessica Johnson" userId="2fa3b05a-0f24-4f04-bd66-8b91b06ff392" providerId="ADAL" clId="{C31B7D75-9B44-A84E-975F-5F539E5F8CDC}" dt="2025-07-14T20:09:58.672" v="1286" actId="1076"/>
          <ac:picMkLst>
            <pc:docMk/>
            <pc:sldMk cId="1026575550" sldId="340"/>
            <ac:picMk id="29" creationId="{A440DF93-7BC1-B289-B41D-9A2BD52827C3}"/>
          </ac:picMkLst>
        </pc:picChg>
        <pc:picChg chg="add mod">
          <ac:chgData name="Jessica Johnson" userId="2fa3b05a-0f24-4f04-bd66-8b91b06ff392" providerId="ADAL" clId="{C31B7D75-9B44-A84E-975F-5F539E5F8CDC}" dt="2025-07-14T20:09:12.574" v="1235" actId="1076"/>
          <ac:picMkLst>
            <pc:docMk/>
            <pc:sldMk cId="1026575550" sldId="340"/>
            <ac:picMk id="30" creationId="{0B5C0B57-622C-CBEE-5DB7-AF91E89EE468}"/>
          </ac:picMkLst>
        </pc:picChg>
        <pc:picChg chg="add mod">
          <ac:chgData name="Jessica Johnson" userId="2fa3b05a-0f24-4f04-bd66-8b91b06ff392" providerId="ADAL" clId="{C31B7D75-9B44-A84E-975F-5F539E5F8CDC}" dt="2025-07-14T20:09:12.574" v="1235" actId="1076"/>
          <ac:picMkLst>
            <pc:docMk/>
            <pc:sldMk cId="1026575550" sldId="340"/>
            <ac:picMk id="31" creationId="{0D01FEC2-F4ED-8922-982B-51D94BF3B5D8}"/>
          </ac:picMkLst>
        </pc:picChg>
        <pc:picChg chg="add mod">
          <ac:chgData name="Jessica Johnson" userId="2fa3b05a-0f24-4f04-bd66-8b91b06ff392" providerId="ADAL" clId="{C31B7D75-9B44-A84E-975F-5F539E5F8CDC}" dt="2025-07-14T20:09:12.574" v="1235" actId="1076"/>
          <ac:picMkLst>
            <pc:docMk/>
            <pc:sldMk cId="1026575550" sldId="340"/>
            <ac:picMk id="32" creationId="{B27EA44C-3E8B-6FF2-5B8D-880468AF91A2}"/>
          </ac:picMkLst>
        </pc:picChg>
        <pc:picChg chg="add mod">
          <ac:chgData name="Jessica Johnson" userId="2fa3b05a-0f24-4f04-bd66-8b91b06ff392" providerId="ADAL" clId="{C31B7D75-9B44-A84E-975F-5F539E5F8CDC}" dt="2025-07-14T20:09:35.561" v="1266"/>
          <ac:picMkLst>
            <pc:docMk/>
            <pc:sldMk cId="1026575550" sldId="340"/>
            <ac:picMk id="33" creationId="{155D88BA-6F74-191E-4D93-1FC838F2BAB3}"/>
          </ac:picMkLst>
        </pc:picChg>
        <pc:picChg chg="add mod">
          <ac:chgData name="Jessica Johnson" userId="2fa3b05a-0f24-4f04-bd66-8b91b06ff392" providerId="ADAL" clId="{C31B7D75-9B44-A84E-975F-5F539E5F8CDC}" dt="2025-07-14T20:09:50" v="1275" actId="1076"/>
          <ac:picMkLst>
            <pc:docMk/>
            <pc:sldMk cId="1026575550" sldId="340"/>
            <ac:picMk id="34" creationId="{44F3C322-C195-C7BA-C7AB-82885CA75615}"/>
          </ac:picMkLst>
        </pc:picChg>
        <pc:picChg chg="add mod">
          <ac:chgData name="Jessica Johnson" userId="2fa3b05a-0f24-4f04-bd66-8b91b06ff392" providerId="ADAL" clId="{C31B7D75-9B44-A84E-975F-5F539E5F8CDC}" dt="2025-07-14T20:11:08.432" v="1295" actId="1076"/>
          <ac:picMkLst>
            <pc:docMk/>
            <pc:sldMk cId="1026575550" sldId="340"/>
            <ac:picMk id="35" creationId="{C5F2E8E1-9FCA-DC86-436D-863958D14F92}"/>
          </ac:picMkLst>
        </pc:picChg>
        <pc:picChg chg="add mod">
          <ac:chgData name="Jessica Johnson" userId="2fa3b05a-0f24-4f04-bd66-8b91b06ff392" providerId="ADAL" clId="{C31B7D75-9B44-A84E-975F-5F539E5F8CDC}" dt="2025-07-14T20:11:12.286" v="1296" actId="1076"/>
          <ac:picMkLst>
            <pc:docMk/>
            <pc:sldMk cId="1026575550" sldId="340"/>
            <ac:picMk id="36" creationId="{20638FE9-E26C-DB99-E453-085619DEDF16}"/>
          </ac:picMkLst>
        </pc:picChg>
        <pc:picChg chg="add mod">
          <ac:chgData name="Jessica Johnson" userId="2fa3b05a-0f24-4f04-bd66-8b91b06ff392" providerId="ADAL" clId="{C31B7D75-9B44-A84E-975F-5F539E5F8CDC}" dt="2025-07-14T20:11:15.257" v="1297" actId="1076"/>
          <ac:picMkLst>
            <pc:docMk/>
            <pc:sldMk cId="1026575550" sldId="340"/>
            <ac:picMk id="37" creationId="{3BB817D2-F3EF-7C06-DBF9-8D3CE1250644}"/>
          </ac:picMkLst>
        </pc:picChg>
        <pc:picChg chg="add mod">
          <ac:chgData name="Jessica Johnson" userId="2fa3b05a-0f24-4f04-bd66-8b91b06ff392" providerId="ADAL" clId="{C31B7D75-9B44-A84E-975F-5F539E5F8CDC}" dt="2025-07-14T20:11:42.668" v="1330" actId="1076"/>
          <ac:picMkLst>
            <pc:docMk/>
            <pc:sldMk cId="1026575550" sldId="340"/>
            <ac:picMk id="38" creationId="{A52987DB-2C96-B201-64A1-6052AFF95C64}"/>
          </ac:picMkLst>
        </pc:picChg>
        <pc:picChg chg="add mod">
          <ac:chgData name="Jessica Johnson" userId="2fa3b05a-0f24-4f04-bd66-8b91b06ff392" providerId="ADAL" clId="{C31B7D75-9B44-A84E-975F-5F539E5F8CDC}" dt="2025-07-14T20:14:41.412" v="1397" actId="207"/>
          <ac:picMkLst>
            <pc:docMk/>
            <pc:sldMk cId="1026575550" sldId="340"/>
            <ac:picMk id="39" creationId="{B7F449EC-AF7C-8748-5A99-DB2E2388DFE1}"/>
          </ac:picMkLst>
        </pc:picChg>
        <pc:picChg chg="add mod">
          <ac:chgData name="Jessica Johnson" userId="2fa3b05a-0f24-4f04-bd66-8b91b06ff392" providerId="ADAL" clId="{C31B7D75-9B44-A84E-975F-5F539E5F8CDC}" dt="2025-07-14T20:14:25.981" v="1393" actId="692"/>
          <ac:picMkLst>
            <pc:docMk/>
            <pc:sldMk cId="1026575550" sldId="340"/>
            <ac:picMk id="41" creationId="{F3F0DD44-BE6A-9094-CB35-9CC0CEE4FE03}"/>
          </ac:picMkLst>
        </pc:picChg>
        <pc:picChg chg="add mod">
          <ac:chgData name="Jessica Johnson" userId="2fa3b05a-0f24-4f04-bd66-8b91b06ff392" providerId="ADAL" clId="{C31B7D75-9B44-A84E-975F-5F539E5F8CDC}" dt="2025-07-14T20:14:56.285" v="1400" actId="692"/>
          <ac:picMkLst>
            <pc:docMk/>
            <pc:sldMk cId="1026575550" sldId="340"/>
            <ac:picMk id="42" creationId="{91B968F4-3C71-61D9-F906-0ECE47BED09D}"/>
          </ac:picMkLst>
        </pc:picChg>
        <pc:picChg chg="add mod">
          <ac:chgData name="Jessica Johnson" userId="2fa3b05a-0f24-4f04-bd66-8b91b06ff392" providerId="ADAL" clId="{C31B7D75-9B44-A84E-975F-5F539E5F8CDC}" dt="2025-07-14T20:15:27.427" v="1403" actId="692"/>
          <ac:picMkLst>
            <pc:docMk/>
            <pc:sldMk cId="1026575550" sldId="340"/>
            <ac:picMk id="43" creationId="{68D743A8-5BFD-1767-A586-C41E6632BB70}"/>
          </ac:picMkLst>
        </pc:picChg>
        <pc:picChg chg="add mod">
          <ac:chgData name="Jessica Johnson" userId="2fa3b05a-0f24-4f04-bd66-8b91b06ff392" providerId="ADAL" clId="{C31B7D75-9B44-A84E-975F-5F539E5F8CDC}" dt="2025-07-14T20:15:53.329" v="1421" actId="692"/>
          <ac:picMkLst>
            <pc:docMk/>
            <pc:sldMk cId="1026575550" sldId="340"/>
            <ac:picMk id="44" creationId="{6054FA35-DFE5-3637-C0B3-45BA2305D0B9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6T19:21:17.699" v="3375" actId="478"/>
        <pc:sldMkLst>
          <pc:docMk/>
          <pc:sldMk cId="2207226476" sldId="341"/>
        </pc:sldMkLst>
        <pc:spChg chg="mod">
          <ac:chgData name="Jessica Johnson" userId="2fa3b05a-0f24-4f04-bd66-8b91b06ff392" providerId="ADAL" clId="{C31B7D75-9B44-A84E-975F-5F539E5F8CDC}" dt="2025-07-16T14:03:35.070" v="1775" actId="20577"/>
          <ac:spMkLst>
            <pc:docMk/>
            <pc:sldMk cId="2207226476" sldId="341"/>
            <ac:spMk id="2" creationId="{CEFA5FAF-70F8-B661-8B40-BC951B9A5F72}"/>
          </ac:spMkLst>
        </pc:spChg>
        <pc:spChg chg="mod">
          <ac:chgData name="Jessica Johnson" userId="2fa3b05a-0f24-4f04-bd66-8b91b06ff392" providerId="ADAL" clId="{C31B7D75-9B44-A84E-975F-5F539E5F8CDC}" dt="2025-07-16T14:03:51.892" v="1784" actId="20577"/>
          <ac:spMkLst>
            <pc:docMk/>
            <pc:sldMk cId="2207226476" sldId="341"/>
            <ac:spMk id="3" creationId="{6C1447BE-219D-74F7-46A6-2E5E612217FE}"/>
          </ac:spMkLst>
        </pc:spChg>
        <pc:spChg chg="mod">
          <ac:chgData name="Jessica Johnson" userId="2fa3b05a-0f24-4f04-bd66-8b91b06ff392" providerId="ADAL" clId="{C31B7D75-9B44-A84E-975F-5F539E5F8CDC}" dt="2025-07-16T14:03:54.598" v="1790" actId="20577"/>
          <ac:spMkLst>
            <pc:docMk/>
            <pc:sldMk cId="2207226476" sldId="341"/>
            <ac:spMk id="4" creationId="{B45300AD-BF2F-D39A-30A7-C734C576DC2C}"/>
          </ac:spMkLst>
        </pc:spChg>
        <pc:spChg chg="mod">
          <ac:chgData name="Jessica Johnson" userId="2fa3b05a-0f24-4f04-bd66-8b91b06ff392" providerId="ADAL" clId="{C31B7D75-9B44-A84E-975F-5F539E5F8CDC}" dt="2025-07-16T14:03:58.866" v="1802" actId="20577"/>
          <ac:spMkLst>
            <pc:docMk/>
            <pc:sldMk cId="2207226476" sldId="341"/>
            <ac:spMk id="5" creationId="{314EB55B-AFCA-90A6-89A4-008C4BB07B0F}"/>
          </ac:spMkLst>
        </pc:spChg>
        <pc:spChg chg="mod">
          <ac:chgData name="Jessica Johnson" userId="2fa3b05a-0f24-4f04-bd66-8b91b06ff392" providerId="ADAL" clId="{C31B7D75-9B44-A84E-975F-5F539E5F8CDC}" dt="2025-07-16T14:04:26.638" v="1812" actId="20577"/>
          <ac:spMkLst>
            <pc:docMk/>
            <pc:sldMk cId="2207226476" sldId="341"/>
            <ac:spMk id="6" creationId="{9A565C19-B139-9BF0-DB6E-6E39A0E1DFB8}"/>
          </ac:spMkLst>
        </pc:spChg>
        <pc:spChg chg="mod">
          <ac:chgData name="Jessica Johnson" userId="2fa3b05a-0f24-4f04-bd66-8b91b06ff392" providerId="ADAL" clId="{C31B7D75-9B44-A84E-975F-5F539E5F8CDC}" dt="2025-07-16T14:04:29.584" v="1821" actId="20577"/>
          <ac:spMkLst>
            <pc:docMk/>
            <pc:sldMk cId="2207226476" sldId="341"/>
            <ac:spMk id="7" creationId="{DF838E39-4A3A-855F-A80D-8B92E6C98A76}"/>
          </ac:spMkLst>
        </pc:spChg>
        <pc:spChg chg="mod">
          <ac:chgData name="Jessica Johnson" userId="2fa3b05a-0f24-4f04-bd66-8b91b06ff392" providerId="ADAL" clId="{C31B7D75-9B44-A84E-975F-5F539E5F8CDC}" dt="2025-07-16T14:04:33.823" v="1831" actId="20577"/>
          <ac:spMkLst>
            <pc:docMk/>
            <pc:sldMk cId="2207226476" sldId="341"/>
            <ac:spMk id="8" creationId="{0A2DC006-FA97-E004-1CD6-1CA629105125}"/>
          </ac:spMkLst>
        </pc:spChg>
        <pc:spChg chg="mod">
          <ac:chgData name="Jessica Johnson" userId="2fa3b05a-0f24-4f04-bd66-8b91b06ff392" providerId="ADAL" clId="{C31B7D75-9B44-A84E-975F-5F539E5F8CDC}" dt="2025-07-16T14:04:52.996" v="1845" actId="20577"/>
          <ac:spMkLst>
            <pc:docMk/>
            <pc:sldMk cId="2207226476" sldId="341"/>
            <ac:spMk id="9" creationId="{7C27E585-A495-4B1A-0A39-99905613CD46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0" creationId="{F8E79DE9-4BA3-E5F1-1E84-4B83E468E424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1" creationId="{0FDD610B-6649-B659-64DD-63E68A396B64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6" creationId="{D8ED0F6E-8849-2796-8A97-828862939451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7" creationId="{1284991C-CAAC-D460-3825-624F411066A6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8" creationId="{EACCAAA7-6B44-EA6F-C8AD-1C0EF50AA2F3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19" creationId="{A57645F7-FB19-C3C1-5989-9E2579E10F6F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20" creationId="{4654B7F2-7F4A-7FA2-11A9-F5412ED7C968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21" creationId="{6CEF5913-A208-4FCA-F665-FF2C794E7C3F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22" creationId="{15AC6B85-CC21-FB1B-5270-2296EC3F3E2E}"/>
          </ac:spMkLst>
        </pc:spChg>
        <pc:spChg chg="del">
          <ac:chgData name="Jessica Johnson" userId="2fa3b05a-0f24-4f04-bd66-8b91b06ff392" providerId="ADAL" clId="{C31B7D75-9B44-A84E-975F-5F539E5F8CDC}" dt="2025-07-16T19:21:17.699" v="3375" actId="478"/>
          <ac:spMkLst>
            <pc:docMk/>
            <pc:sldMk cId="2207226476" sldId="341"/>
            <ac:spMk id="23" creationId="{D3D7B59F-81C9-36D5-DEA1-CCA50412325C}"/>
          </ac:spMkLst>
        </pc:spChg>
        <pc:picChg chg="add mod">
          <ac:chgData name="Jessica Johnson" userId="2fa3b05a-0f24-4f04-bd66-8b91b06ff392" providerId="ADAL" clId="{C31B7D75-9B44-A84E-975F-5F539E5F8CDC}" dt="2025-07-16T14:03:44.269" v="1777" actId="1076"/>
          <ac:picMkLst>
            <pc:docMk/>
            <pc:sldMk cId="2207226476" sldId="341"/>
            <ac:picMk id="24" creationId="{394D755E-9FE8-8633-FECC-C2C532AD2B71}"/>
          </ac:picMkLst>
        </pc:picChg>
        <pc:picChg chg="add mod">
          <ac:chgData name="Jessica Johnson" userId="2fa3b05a-0f24-4f04-bd66-8b91b06ff392" providerId="ADAL" clId="{C31B7D75-9B44-A84E-975F-5F539E5F8CDC}" dt="2025-07-16T14:03:44.269" v="1777" actId="1076"/>
          <ac:picMkLst>
            <pc:docMk/>
            <pc:sldMk cId="2207226476" sldId="341"/>
            <ac:picMk id="25" creationId="{96F7A8BB-094F-7C5C-5B89-D882B5A06F06}"/>
          </ac:picMkLst>
        </pc:picChg>
        <pc:picChg chg="add mod">
          <ac:chgData name="Jessica Johnson" userId="2fa3b05a-0f24-4f04-bd66-8b91b06ff392" providerId="ADAL" clId="{C31B7D75-9B44-A84E-975F-5F539E5F8CDC}" dt="2025-07-16T14:03:48.922" v="1778" actId="1076"/>
          <ac:picMkLst>
            <pc:docMk/>
            <pc:sldMk cId="2207226476" sldId="341"/>
            <ac:picMk id="26" creationId="{A1289C02-A5E0-3FAE-C007-5A84C6A9A1BE}"/>
          </ac:picMkLst>
        </pc:picChg>
        <pc:picChg chg="add mod">
          <ac:chgData name="Jessica Johnson" userId="2fa3b05a-0f24-4f04-bd66-8b91b06ff392" providerId="ADAL" clId="{C31B7D75-9B44-A84E-975F-5F539E5F8CDC}" dt="2025-07-16T14:04:23.485" v="1804" actId="1076"/>
          <ac:picMkLst>
            <pc:docMk/>
            <pc:sldMk cId="2207226476" sldId="341"/>
            <ac:picMk id="27" creationId="{16FDD25B-1A5D-D5FF-F7D4-A1CB599F0C8B}"/>
          </ac:picMkLst>
        </pc:picChg>
        <pc:picChg chg="add mod">
          <ac:chgData name="Jessica Johnson" userId="2fa3b05a-0f24-4f04-bd66-8b91b06ff392" providerId="ADAL" clId="{C31B7D75-9B44-A84E-975F-5F539E5F8CDC}" dt="2025-07-16T14:04:23.485" v="1804" actId="1076"/>
          <ac:picMkLst>
            <pc:docMk/>
            <pc:sldMk cId="2207226476" sldId="341"/>
            <ac:picMk id="28" creationId="{339A038C-D7AC-EB2B-2F3B-9FC4EAB55FDA}"/>
          </ac:picMkLst>
        </pc:picChg>
        <pc:picChg chg="add mod">
          <ac:chgData name="Jessica Johnson" userId="2fa3b05a-0f24-4f04-bd66-8b91b06ff392" providerId="ADAL" clId="{C31B7D75-9B44-A84E-975F-5F539E5F8CDC}" dt="2025-07-16T14:04:42.322" v="1840" actId="1076"/>
          <ac:picMkLst>
            <pc:docMk/>
            <pc:sldMk cId="2207226476" sldId="341"/>
            <ac:picMk id="29" creationId="{11D99EF9-A508-4D4A-73F4-391861844995}"/>
          </ac:picMkLst>
        </pc:picChg>
        <pc:picChg chg="add mod">
          <ac:chgData name="Jessica Johnson" userId="2fa3b05a-0f24-4f04-bd66-8b91b06ff392" providerId="ADAL" clId="{C31B7D75-9B44-A84E-975F-5F539E5F8CDC}" dt="2025-07-16T14:04:45.759" v="1841" actId="1076"/>
          <ac:picMkLst>
            <pc:docMk/>
            <pc:sldMk cId="2207226476" sldId="341"/>
            <ac:picMk id="30" creationId="{FB80E083-FC38-51FF-3E04-ABB5F7594A5C}"/>
          </ac:picMkLst>
        </pc:picChg>
      </pc:sldChg>
      <pc:sldChg chg="new del">
        <pc:chgData name="Jessica Johnson" userId="2fa3b05a-0f24-4f04-bd66-8b91b06ff392" providerId="ADAL" clId="{C31B7D75-9B44-A84E-975F-5F539E5F8CDC}" dt="2025-07-16T14:05:07.838" v="1848" actId="680"/>
        <pc:sldMkLst>
          <pc:docMk/>
          <pc:sldMk cId="1818373467" sldId="342"/>
        </pc:sldMkLst>
      </pc:sldChg>
      <pc:sldChg chg="addSp modSp new mod">
        <pc:chgData name="Jessica Johnson" userId="2fa3b05a-0f24-4f04-bd66-8b91b06ff392" providerId="ADAL" clId="{C31B7D75-9B44-A84E-975F-5F539E5F8CDC}" dt="2025-07-16T14:09:49.445" v="2053" actId="20577"/>
        <pc:sldMkLst>
          <pc:docMk/>
          <pc:sldMk cId="1896187655" sldId="342"/>
        </pc:sldMkLst>
        <pc:spChg chg="mod">
          <ac:chgData name="Jessica Johnson" userId="2fa3b05a-0f24-4f04-bd66-8b91b06ff392" providerId="ADAL" clId="{C31B7D75-9B44-A84E-975F-5F539E5F8CDC}" dt="2025-07-16T14:05:35.816" v="1857" actId="20577"/>
          <ac:spMkLst>
            <pc:docMk/>
            <pc:sldMk cId="1896187655" sldId="342"/>
            <ac:spMk id="2" creationId="{59E761F7-1000-BF7A-113C-1922A157F89F}"/>
          </ac:spMkLst>
        </pc:spChg>
        <pc:spChg chg="mod">
          <ac:chgData name="Jessica Johnson" userId="2fa3b05a-0f24-4f04-bd66-8b91b06ff392" providerId="ADAL" clId="{C31B7D75-9B44-A84E-975F-5F539E5F8CDC}" dt="2025-07-16T14:06:05.803" v="1863" actId="20577"/>
          <ac:spMkLst>
            <pc:docMk/>
            <pc:sldMk cId="1896187655" sldId="342"/>
            <ac:spMk id="3" creationId="{898C30E8-3571-9040-33CB-3537BE347AAB}"/>
          </ac:spMkLst>
        </pc:spChg>
        <pc:spChg chg="mod">
          <ac:chgData name="Jessica Johnson" userId="2fa3b05a-0f24-4f04-bd66-8b91b06ff392" providerId="ADAL" clId="{C31B7D75-9B44-A84E-975F-5F539E5F8CDC}" dt="2025-07-16T14:06:10.847" v="1875" actId="20577"/>
          <ac:spMkLst>
            <pc:docMk/>
            <pc:sldMk cId="1896187655" sldId="342"/>
            <ac:spMk id="4" creationId="{43E79EB2-5531-1CB7-3E44-F5052F950216}"/>
          </ac:spMkLst>
        </pc:spChg>
        <pc:spChg chg="mod">
          <ac:chgData name="Jessica Johnson" userId="2fa3b05a-0f24-4f04-bd66-8b91b06ff392" providerId="ADAL" clId="{C31B7D75-9B44-A84E-975F-5F539E5F8CDC}" dt="2025-07-16T14:06:14.312" v="1882" actId="20577"/>
          <ac:spMkLst>
            <pc:docMk/>
            <pc:sldMk cId="1896187655" sldId="342"/>
            <ac:spMk id="5" creationId="{E7AEB6ED-D8E3-A287-55B5-1EF7F9651A67}"/>
          </ac:spMkLst>
        </pc:spChg>
        <pc:spChg chg="mod">
          <ac:chgData name="Jessica Johnson" userId="2fa3b05a-0f24-4f04-bd66-8b91b06ff392" providerId="ADAL" clId="{C31B7D75-9B44-A84E-975F-5F539E5F8CDC}" dt="2025-07-16T14:06:17.266" v="1888" actId="20577"/>
          <ac:spMkLst>
            <pc:docMk/>
            <pc:sldMk cId="1896187655" sldId="342"/>
            <ac:spMk id="6" creationId="{C91CDF32-D21D-15CA-ED5C-A49AFBF918C6}"/>
          </ac:spMkLst>
        </pc:spChg>
        <pc:spChg chg="mod">
          <ac:chgData name="Jessica Johnson" userId="2fa3b05a-0f24-4f04-bd66-8b91b06ff392" providerId="ADAL" clId="{C31B7D75-9B44-A84E-975F-5F539E5F8CDC}" dt="2025-07-16T14:06:19.678" v="1894" actId="20577"/>
          <ac:spMkLst>
            <pc:docMk/>
            <pc:sldMk cId="1896187655" sldId="342"/>
            <ac:spMk id="7" creationId="{ED056CC8-5395-7CA4-4BD3-6DB5031F94FC}"/>
          </ac:spMkLst>
        </pc:spChg>
        <pc:spChg chg="mod">
          <ac:chgData name="Jessica Johnson" userId="2fa3b05a-0f24-4f04-bd66-8b91b06ff392" providerId="ADAL" clId="{C31B7D75-9B44-A84E-975F-5F539E5F8CDC}" dt="2025-07-16T14:06:38.921" v="1906" actId="20577"/>
          <ac:spMkLst>
            <pc:docMk/>
            <pc:sldMk cId="1896187655" sldId="342"/>
            <ac:spMk id="8" creationId="{72ED47E7-E879-619D-6703-1250B2BAA1A8}"/>
          </ac:spMkLst>
        </pc:spChg>
        <pc:spChg chg="mod">
          <ac:chgData name="Jessica Johnson" userId="2fa3b05a-0f24-4f04-bd66-8b91b06ff392" providerId="ADAL" clId="{C31B7D75-9B44-A84E-975F-5F539E5F8CDC}" dt="2025-07-16T14:06:43.551" v="1918" actId="20577"/>
          <ac:spMkLst>
            <pc:docMk/>
            <pc:sldMk cId="1896187655" sldId="342"/>
            <ac:spMk id="9" creationId="{CB4F0AB5-64A0-A6B5-8B5A-27A908C727FF}"/>
          </ac:spMkLst>
        </pc:spChg>
        <pc:spChg chg="mod">
          <ac:chgData name="Jessica Johnson" userId="2fa3b05a-0f24-4f04-bd66-8b91b06ff392" providerId="ADAL" clId="{C31B7D75-9B44-A84E-975F-5F539E5F8CDC}" dt="2025-07-16T14:07:14.259" v="1932" actId="20577"/>
          <ac:spMkLst>
            <pc:docMk/>
            <pc:sldMk cId="1896187655" sldId="342"/>
            <ac:spMk id="10" creationId="{2C4C0108-D114-D128-B034-E3CE4D2D211C}"/>
          </ac:spMkLst>
        </pc:spChg>
        <pc:spChg chg="mod">
          <ac:chgData name="Jessica Johnson" userId="2fa3b05a-0f24-4f04-bd66-8b91b06ff392" providerId="ADAL" clId="{C31B7D75-9B44-A84E-975F-5F539E5F8CDC}" dt="2025-07-16T14:07:15.887" v="1935" actId="20577"/>
          <ac:spMkLst>
            <pc:docMk/>
            <pc:sldMk cId="1896187655" sldId="342"/>
            <ac:spMk id="11" creationId="{D76BAFF0-1E08-7137-802D-EEB3C1A265DD}"/>
          </ac:spMkLst>
        </pc:spChg>
        <pc:spChg chg="mod">
          <ac:chgData name="Jessica Johnson" userId="2fa3b05a-0f24-4f04-bd66-8b91b06ff392" providerId="ADAL" clId="{C31B7D75-9B44-A84E-975F-5F539E5F8CDC}" dt="2025-07-16T14:07:21.830" v="1942" actId="20577"/>
          <ac:spMkLst>
            <pc:docMk/>
            <pc:sldMk cId="1896187655" sldId="342"/>
            <ac:spMk id="12" creationId="{FB7BF4B6-29C5-4F46-966A-4085E3F61951}"/>
          </ac:spMkLst>
        </pc:spChg>
        <pc:spChg chg="mod">
          <ac:chgData name="Jessica Johnson" userId="2fa3b05a-0f24-4f04-bd66-8b91b06ff392" providerId="ADAL" clId="{C31B7D75-9B44-A84E-975F-5F539E5F8CDC}" dt="2025-07-16T14:07:24.352" v="1949" actId="20577"/>
          <ac:spMkLst>
            <pc:docMk/>
            <pc:sldMk cId="1896187655" sldId="342"/>
            <ac:spMk id="13" creationId="{B2E77FC6-18F2-FA2F-56B0-A3F4F1A17A32}"/>
          </ac:spMkLst>
        </pc:spChg>
        <pc:spChg chg="mod">
          <ac:chgData name="Jessica Johnson" userId="2fa3b05a-0f24-4f04-bd66-8b91b06ff392" providerId="ADAL" clId="{C31B7D75-9B44-A84E-975F-5F539E5F8CDC}" dt="2025-07-16T14:07:30.234" v="1958" actId="20577"/>
          <ac:spMkLst>
            <pc:docMk/>
            <pc:sldMk cId="1896187655" sldId="342"/>
            <ac:spMk id="14" creationId="{22324093-BF0D-09CC-38F2-4FE1CE4944D5}"/>
          </ac:spMkLst>
        </pc:spChg>
        <pc:spChg chg="mod">
          <ac:chgData name="Jessica Johnson" userId="2fa3b05a-0f24-4f04-bd66-8b91b06ff392" providerId="ADAL" clId="{C31B7D75-9B44-A84E-975F-5F539E5F8CDC}" dt="2025-07-16T14:07:53.294" v="1965" actId="20577"/>
          <ac:spMkLst>
            <pc:docMk/>
            <pc:sldMk cId="1896187655" sldId="342"/>
            <ac:spMk id="15" creationId="{CEBB279D-7515-7F10-6DA8-BB73C5E16A8E}"/>
          </ac:spMkLst>
        </pc:spChg>
        <pc:spChg chg="mod">
          <ac:chgData name="Jessica Johnson" userId="2fa3b05a-0f24-4f04-bd66-8b91b06ff392" providerId="ADAL" clId="{C31B7D75-9B44-A84E-975F-5F539E5F8CDC}" dt="2025-07-16T14:07:56.046" v="1971" actId="20577"/>
          <ac:spMkLst>
            <pc:docMk/>
            <pc:sldMk cId="1896187655" sldId="342"/>
            <ac:spMk id="16" creationId="{3CFD69C7-BD96-3B27-A190-32497206DACC}"/>
          </ac:spMkLst>
        </pc:spChg>
        <pc:spChg chg="mod">
          <ac:chgData name="Jessica Johnson" userId="2fa3b05a-0f24-4f04-bd66-8b91b06ff392" providerId="ADAL" clId="{C31B7D75-9B44-A84E-975F-5F539E5F8CDC}" dt="2025-07-16T14:08:31.790" v="1991" actId="20577"/>
          <ac:spMkLst>
            <pc:docMk/>
            <pc:sldMk cId="1896187655" sldId="342"/>
            <ac:spMk id="17" creationId="{9C523980-F8DE-8CD1-D82D-AFE48D6AADAE}"/>
          </ac:spMkLst>
        </pc:spChg>
        <pc:spChg chg="mod">
          <ac:chgData name="Jessica Johnson" userId="2fa3b05a-0f24-4f04-bd66-8b91b06ff392" providerId="ADAL" clId="{C31B7D75-9B44-A84E-975F-5F539E5F8CDC}" dt="2025-07-16T14:08:36.008" v="2004" actId="20577"/>
          <ac:spMkLst>
            <pc:docMk/>
            <pc:sldMk cId="1896187655" sldId="342"/>
            <ac:spMk id="18" creationId="{B1431247-5C30-5F58-3501-4B71153C8811}"/>
          </ac:spMkLst>
        </pc:spChg>
        <pc:spChg chg="mod">
          <ac:chgData name="Jessica Johnson" userId="2fa3b05a-0f24-4f04-bd66-8b91b06ff392" providerId="ADAL" clId="{C31B7D75-9B44-A84E-975F-5F539E5F8CDC}" dt="2025-07-16T14:09:01.409" v="2012" actId="20577"/>
          <ac:spMkLst>
            <pc:docMk/>
            <pc:sldMk cId="1896187655" sldId="342"/>
            <ac:spMk id="19" creationId="{682BEC27-21AD-EDAC-DB19-B83BD44B3577}"/>
          </ac:spMkLst>
        </pc:spChg>
        <pc:spChg chg="mod">
          <ac:chgData name="Jessica Johnson" userId="2fa3b05a-0f24-4f04-bd66-8b91b06ff392" providerId="ADAL" clId="{C31B7D75-9B44-A84E-975F-5F539E5F8CDC}" dt="2025-07-16T14:09:18.255" v="2022" actId="20577"/>
          <ac:spMkLst>
            <pc:docMk/>
            <pc:sldMk cId="1896187655" sldId="342"/>
            <ac:spMk id="20" creationId="{2A5EFCDC-B754-B873-BBE4-6BF729FFFC50}"/>
          </ac:spMkLst>
        </pc:spChg>
        <pc:spChg chg="mod">
          <ac:chgData name="Jessica Johnson" userId="2fa3b05a-0f24-4f04-bd66-8b91b06ff392" providerId="ADAL" clId="{C31B7D75-9B44-A84E-975F-5F539E5F8CDC}" dt="2025-07-16T14:09:37.490" v="2031" actId="20577"/>
          <ac:spMkLst>
            <pc:docMk/>
            <pc:sldMk cId="1896187655" sldId="342"/>
            <ac:spMk id="21" creationId="{0461829C-69A4-4A5B-167D-1488A608CE7E}"/>
          </ac:spMkLst>
        </pc:spChg>
        <pc:spChg chg="mod">
          <ac:chgData name="Jessica Johnson" userId="2fa3b05a-0f24-4f04-bd66-8b91b06ff392" providerId="ADAL" clId="{C31B7D75-9B44-A84E-975F-5F539E5F8CDC}" dt="2025-07-16T14:09:40.990" v="2036" actId="20577"/>
          <ac:spMkLst>
            <pc:docMk/>
            <pc:sldMk cId="1896187655" sldId="342"/>
            <ac:spMk id="22" creationId="{A8AFE007-F03C-9055-CDBF-FC5DB336B53C}"/>
          </ac:spMkLst>
        </pc:spChg>
        <pc:spChg chg="mod">
          <ac:chgData name="Jessica Johnson" userId="2fa3b05a-0f24-4f04-bd66-8b91b06ff392" providerId="ADAL" clId="{C31B7D75-9B44-A84E-975F-5F539E5F8CDC}" dt="2025-07-16T14:09:49.445" v="2053" actId="20577"/>
          <ac:spMkLst>
            <pc:docMk/>
            <pc:sldMk cId="1896187655" sldId="342"/>
            <ac:spMk id="23" creationId="{64AB2FE9-7E21-EF20-91D2-F5A6C2B1987F}"/>
          </ac:spMkLst>
        </pc:spChg>
        <pc:picChg chg="add mod">
          <ac:chgData name="Jessica Johnson" userId="2fa3b05a-0f24-4f04-bd66-8b91b06ff392" providerId="ADAL" clId="{C31B7D75-9B44-A84E-975F-5F539E5F8CDC}" dt="2025-07-16T14:05:55.327" v="1858"/>
          <ac:picMkLst>
            <pc:docMk/>
            <pc:sldMk cId="1896187655" sldId="342"/>
            <ac:picMk id="24" creationId="{AD342475-5FE3-FA50-5AEA-E9DFDC7B5F46}"/>
          </ac:picMkLst>
        </pc:picChg>
        <pc:picChg chg="add mod">
          <ac:chgData name="Jessica Johnson" userId="2fa3b05a-0f24-4f04-bd66-8b91b06ff392" providerId="ADAL" clId="{C31B7D75-9B44-A84E-975F-5F539E5F8CDC}" dt="2025-07-16T14:05:55.327" v="1858"/>
          <ac:picMkLst>
            <pc:docMk/>
            <pc:sldMk cId="1896187655" sldId="342"/>
            <ac:picMk id="25" creationId="{B596EE56-3D60-FF96-CFEB-49DD12BF9E00}"/>
          </ac:picMkLst>
        </pc:picChg>
        <pc:picChg chg="add mod">
          <ac:chgData name="Jessica Johnson" userId="2fa3b05a-0f24-4f04-bd66-8b91b06ff392" providerId="ADAL" clId="{C31B7D75-9B44-A84E-975F-5F539E5F8CDC}" dt="2025-07-16T14:05:55.327" v="1858"/>
          <ac:picMkLst>
            <pc:docMk/>
            <pc:sldMk cId="1896187655" sldId="342"/>
            <ac:picMk id="26" creationId="{1EE92BF3-DB38-B4B8-BF1E-49E3182BEF86}"/>
          </ac:picMkLst>
        </pc:picChg>
        <pc:picChg chg="add mod">
          <ac:chgData name="Jessica Johnson" userId="2fa3b05a-0f24-4f04-bd66-8b91b06ff392" providerId="ADAL" clId="{C31B7D75-9B44-A84E-975F-5F539E5F8CDC}" dt="2025-07-16T14:06:02.693" v="1859" actId="1076"/>
          <ac:picMkLst>
            <pc:docMk/>
            <pc:sldMk cId="1896187655" sldId="342"/>
            <ac:picMk id="27" creationId="{D45070D4-049F-09CB-F83D-E4D6B7E87ED3}"/>
          </ac:picMkLst>
        </pc:picChg>
        <pc:picChg chg="add mod">
          <ac:chgData name="Jessica Johnson" userId="2fa3b05a-0f24-4f04-bd66-8b91b06ff392" providerId="ADAL" clId="{C31B7D75-9B44-A84E-975F-5F539E5F8CDC}" dt="2025-07-16T14:06:02.693" v="1859" actId="1076"/>
          <ac:picMkLst>
            <pc:docMk/>
            <pc:sldMk cId="1896187655" sldId="342"/>
            <ac:picMk id="28" creationId="{291EA38B-2BA6-967F-E78E-E05E5F181773}"/>
          </ac:picMkLst>
        </pc:picChg>
        <pc:picChg chg="add mod">
          <ac:chgData name="Jessica Johnson" userId="2fa3b05a-0f24-4f04-bd66-8b91b06ff392" providerId="ADAL" clId="{C31B7D75-9B44-A84E-975F-5F539E5F8CDC}" dt="2025-07-16T14:06:35.282" v="1896" actId="1076"/>
          <ac:picMkLst>
            <pc:docMk/>
            <pc:sldMk cId="1896187655" sldId="342"/>
            <ac:picMk id="29" creationId="{07D4A197-6919-8530-9987-52ECD1F8F3A9}"/>
          </ac:picMkLst>
        </pc:picChg>
        <pc:picChg chg="add mod">
          <ac:chgData name="Jessica Johnson" userId="2fa3b05a-0f24-4f04-bd66-8b91b06ff392" providerId="ADAL" clId="{C31B7D75-9B44-A84E-975F-5F539E5F8CDC}" dt="2025-07-16T14:06:35.282" v="1896" actId="1076"/>
          <ac:picMkLst>
            <pc:docMk/>
            <pc:sldMk cId="1896187655" sldId="342"/>
            <ac:picMk id="30" creationId="{6C40FB22-E5B2-5829-E210-423F9EBB39CA}"/>
          </ac:picMkLst>
        </pc:picChg>
        <pc:picChg chg="add mod">
          <ac:chgData name="Jessica Johnson" userId="2fa3b05a-0f24-4f04-bd66-8b91b06ff392" providerId="ADAL" clId="{C31B7D75-9B44-A84E-975F-5F539E5F8CDC}" dt="2025-07-16T14:07:01.455" v="1923"/>
          <ac:picMkLst>
            <pc:docMk/>
            <pc:sldMk cId="1896187655" sldId="342"/>
            <ac:picMk id="31" creationId="{83B6E11B-248F-5405-9FF4-4C0B065693F7}"/>
          </ac:picMkLst>
        </pc:picChg>
        <pc:picChg chg="add mod">
          <ac:chgData name="Jessica Johnson" userId="2fa3b05a-0f24-4f04-bd66-8b91b06ff392" providerId="ADAL" clId="{C31B7D75-9B44-A84E-975F-5F539E5F8CDC}" dt="2025-07-16T14:07:04.955" v="1924" actId="1076"/>
          <ac:picMkLst>
            <pc:docMk/>
            <pc:sldMk cId="1896187655" sldId="342"/>
            <ac:picMk id="32" creationId="{C1EA0B32-A349-0A78-02AA-3ED296921BEC}"/>
          </ac:picMkLst>
        </pc:picChg>
        <pc:picChg chg="add mod">
          <ac:chgData name="Jessica Johnson" userId="2fa3b05a-0f24-4f04-bd66-8b91b06ff392" providerId="ADAL" clId="{C31B7D75-9B44-A84E-975F-5F539E5F8CDC}" dt="2025-07-16T14:07:11.350" v="1925" actId="1076"/>
          <ac:picMkLst>
            <pc:docMk/>
            <pc:sldMk cId="1896187655" sldId="342"/>
            <ac:picMk id="33" creationId="{046DB0D2-30EE-BB4A-B7A6-FD5DF6B7B71F}"/>
          </ac:picMkLst>
        </pc:picChg>
        <pc:picChg chg="add mod">
          <ac:chgData name="Jessica Johnson" userId="2fa3b05a-0f24-4f04-bd66-8b91b06ff392" providerId="ADAL" clId="{C31B7D75-9B44-A84E-975F-5F539E5F8CDC}" dt="2025-07-16T14:07:11.350" v="1925" actId="1076"/>
          <ac:picMkLst>
            <pc:docMk/>
            <pc:sldMk cId="1896187655" sldId="342"/>
            <ac:picMk id="34" creationId="{7771937E-1F6B-8C72-7EE2-F2A16C5DA7D9}"/>
          </ac:picMkLst>
        </pc:picChg>
        <pc:picChg chg="add mod">
          <ac:chgData name="Jessica Johnson" userId="2fa3b05a-0f24-4f04-bd66-8b91b06ff392" providerId="ADAL" clId="{C31B7D75-9B44-A84E-975F-5F539E5F8CDC}" dt="2025-07-16T14:07:11.350" v="1925" actId="1076"/>
          <ac:picMkLst>
            <pc:docMk/>
            <pc:sldMk cId="1896187655" sldId="342"/>
            <ac:picMk id="35" creationId="{BB74BEE3-BC00-A75E-D07C-B28DC15252D6}"/>
          </ac:picMkLst>
        </pc:picChg>
        <pc:picChg chg="add mod">
          <ac:chgData name="Jessica Johnson" userId="2fa3b05a-0f24-4f04-bd66-8b91b06ff392" providerId="ADAL" clId="{C31B7D75-9B44-A84E-975F-5F539E5F8CDC}" dt="2025-07-16T14:07:50.993" v="1960" actId="1076"/>
          <ac:picMkLst>
            <pc:docMk/>
            <pc:sldMk cId="1896187655" sldId="342"/>
            <ac:picMk id="36" creationId="{2D3B3A75-CD66-D7DA-1D27-1372A86A3C3F}"/>
          </ac:picMkLst>
        </pc:picChg>
        <pc:picChg chg="add mod">
          <ac:chgData name="Jessica Johnson" userId="2fa3b05a-0f24-4f04-bd66-8b91b06ff392" providerId="ADAL" clId="{C31B7D75-9B44-A84E-975F-5F539E5F8CDC}" dt="2025-07-16T14:07:50.993" v="1960" actId="1076"/>
          <ac:picMkLst>
            <pc:docMk/>
            <pc:sldMk cId="1896187655" sldId="342"/>
            <ac:picMk id="37" creationId="{2083E1CD-7DC5-5050-96D5-F7340C0AC02F}"/>
          </ac:picMkLst>
        </pc:picChg>
        <pc:picChg chg="add mod">
          <ac:chgData name="Jessica Johnson" userId="2fa3b05a-0f24-4f04-bd66-8b91b06ff392" providerId="ADAL" clId="{C31B7D75-9B44-A84E-975F-5F539E5F8CDC}" dt="2025-07-16T14:08:24.903" v="1977" actId="1076"/>
          <ac:picMkLst>
            <pc:docMk/>
            <pc:sldMk cId="1896187655" sldId="342"/>
            <ac:picMk id="38" creationId="{CFB8BDEC-5D8B-7F13-01A0-8FE9A53AFE44}"/>
          </ac:picMkLst>
        </pc:picChg>
        <pc:picChg chg="add mod">
          <ac:chgData name="Jessica Johnson" userId="2fa3b05a-0f24-4f04-bd66-8b91b06ff392" providerId="ADAL" clId="{C31B7D75-9B44-A84E-975F-5F539E5F8CDC}" dt="2025-07-16T14:08:27.041" v="1978" actId="1076"/>
          <ac:picMkLst>
            <pc:docMk/>
            <pc:sldMk cId="1896187655" sldId="342"/>
            <ac:picMk id="39" creationId="{9221582A-6B4D-13E3-8F8C-3D30A347DD7E}"/>
          </ac:picMkLst>
        </pc:picChg>
        <pc:picChg chg="add mod">
          <ac:chgData name="Jessica Johnson" userId="2fa3b05a-0f24-4f04-bd66-8b91b06ff392" providerId="ADAL" clId="{C31B7D75-9B44-A84E-975F-5F539E5F8CDC}" dt="2025-07-16T14:08:58.224" v="2006" actId="1076"/>
          <ac:picMkLst>
            <pc:docMk/>
            <pc:sldMk cId="1896187655" sldId="342"/>
            <ac:picMk id="40" creationId="{57DBB8E0-98D4-057F-B341-01F141C5455D}"/>
          </ac:picMkLst>
        </pc:picChg>
        <pc:picChg chg="add mod">
          <ac:chgData name="Jessica Johnson" userId="2fa3b05a-0f24-4f04-bd66-8b91b06ff392" providerId="ADAL" clId="{C31B7D75-9B44-A84E-975F-5F539E5F8CDC}" dt="2025-07-16T14:09:14.472" v="2014" actId="1076"/>
          <ac:picMkLst>
            <pc:docMk/>
            <pc:sldMk cId="1896187655" sldId="342"/>
            <ac:picMk id="41" creationId="{B8B990EC-A014-EE83-F2F3-377CBB87E2A8}"/>
          </ac:picMkLst>
        </pc:picChg>
        <pc:picChg chg="add mod">
          <ac:chgData name="Jessica Johnson" userId="2fa3b05a-0f24-4f04-bd66-8b91b06ff392" providerId="ADAL" clId="{C31B7D75-9B44-A84E-975F-5F539E5F8CDC}" dt="2025-07-16T14:09:34.211" v="2024" actId="1076"/>
          <ac:picMkLst>
            <pc:docMk/>
            <pc:sldMk cId="1896187655" sldId="342"/>
            <ac:picMk id="42" creationId="{0B187359-CDD9-511D-915B-20EC324FAC65}"/>
          </ac:picMkLst>
        </pc:picChg>
        <pc:picChg chg="add mod">
          <ac:chgData name="Jessica Johnson" userId="2fa3b05a-0f24-4f04-bd66-8b91b06ff392" providerId="ADAL" clId="{C31B7D75-9B44-A84E-975F-5F539E5F8CDC}" dt="2025-07-16T14:09:34.211" v="2024" actId="1076"/>
          <ac:picMkLst>
            <pc:docMk/>
            <pc:sldMk cId="1896187655" sldId="342"/>
            <ac:picMk id="43" creationId="{36A406A7-7658-17C9-8CF5-6FA4BE0094E7}"/>
          </ac:picMkLst>
        </pc:picChg>
        <pc:picChg chg="add mod">
          <ac:chgData name="Jessica Johnson" userId="2fa3b05a-0f24-4f04-bd66-8b91b06ff392" providerId="ADAL" clId="{C31B7D75-9B44-A84E-975F-5F539E5F8CDC}" dt="2025-07-16T14:09:34.211" v="2024" actId="1076"/>
          <ac:picMkLst>
            <pc:docMk/>
            <pc:sldMk cId="1896187655" sldId="342"/>
            <ac:picMk id="44" creationId="{F5133DE4-D387-DB58-41B3-482C1467D251}"/>
          </ac:picMkLst>
        </pc:picChg>
      </pc:sldChg>
      <pc:sldChg chg="new del">
        <pc:chgData name="Jessica Johnson" userId="2fa3b05a-0f24-4f04-bd66-8b91b06ff392" providerId="ADAL" clId="{C31B7D75-9B44-A84E-975F-5F539E5F8CDC}" dt="2025-07-16T14:09:57.178" v="2055" actId="680"/>
        <pc:sldMkLst>
          <pc:docMk/>
          <pc:sldMk cId="841084597" sldId="343"/>
        </pc:sldMkLst>
      </pc:sldChg>
      <pc:sldChg chg="addSp modSp new mod">
        <pc:chgData name="Jessica Johnson" userId="2fa3b05a-0f24-4f04-bd66-8b91b06ff392" providerId="ADAL" clId="{C31B7D75-9B44-A84E-975F-5F539E5F8CDC}" dt="2025-07-16T14:15:39.026" v="2272" actId="20577"/>
        <pc:sldMkLst>
          <pc:docMk/>
          <pc:sldMk cId="2818904342" sldId="343"/>
        </pc:sldMkLst>
        <pc:spChg chg="mod">
          <ac:chgData name="Jessica Johnson" userId="2fa3b05a-0f24-4f04-bd66-8b91b06ff392" providerId="ADAL" clId="{C31B7D75-9B44-A84E-975F-5F539E5F8CDC}" dt="2025-07-16T14:10:02.913" v="2060" actId="20577"/>
          <ac:spMkLst>
            <pc:docMk/>
            <pc:sldMk cId="2818904342" sldId="343"/>
            <ac:spMk id="2" creationId="{3253BD89-2788-7C08-D170-8D8D5C4810BA}"/>
          </ac:spMkLst>
        </pc:spChg>
        <pc:spChg chg="mod">
          <ac:chgData name="Jessica Johnson" userId="2fa3b05a-0f24-4f04-bd66-8b91b06ff392" providerId="ADAL" clId="{C31B7D75-9B44-A84E-975F-5F539E5F8CDC}" dt="2025-07-16T14:11:02.025" v="2073" actId="20577"/>
          <ac:spMkLst>
            <pc:docMk/>
            <pc:sldMk cId="2818904342" sldId="343"/>
            <ac:spMk id="3" creationId="{A5C557B6-9F30-7C32-BF30-6CB8DC297F1A}"/>
          </ac:spMkLst>
        </pc:spChg>
        <pc:spChg chg="mod">
          <ac:chgData name="Jessica Johnson" userId="2fa3b05a-0f24-4f04-bd66-8b91b06ff392" providerId="ADAL" clId="{C31B7D75-9B44-A84E-975F-5F539E5F8CDC}" dt="2025-07-16T14:11:08.408" v="2081" actId="20577"/>
          <ac:spMkLst>
            <pc:docMk/>
            <pc:sldMk cId="2818904342" sldId="343"/>
            <ac:spMk id="4" creationId="{CE77F467-869C-0DC1-0327-D82291EDEF24}"/>
          </ac:spMkLst>
        </pc:spChg>
        <pc:spChg chg="mod">
          <ac:chgData name="Jessica Johnson" userId="2fa3b05a-0f24-4f04-bd66-8b91b06ff392" providerId="ADAL" clId="{C31B7D75-9B44-A84E-975F-5F539E5F8CDC}" dt="2025-07-16T14:11:12.665" v="2091" actId="20577"/>
          <ac:spMkLst>
            <pc:docMk/>
            <pc:sldMk cId="2818904342" sldId="343"/>
            <ac:spMk id="5" creationId="{16B85FC9-0CDF-3ECE-52D9-22609814DA36}"/>
          </ac:spMkLst>
        </pc:spChg>
        <pc:spChg chg="mod">
          <ac:chgData name="Jessica Johnson" userId="2fa3b05a-0f24-4f04-bd66-8b91b06ff392" providerId="ADAL" clId="{C31B7D75-9B44-A84E-975F-5F539E5F8CDC}" dt="2025-07-16T14:11:16.392" v="2101" actId="20577"/>
          <ac:spMkLst>
            <pc:docMk/>
            <pc:sldMk cId="2818904342" sldId="343"/>
            <ac:spMk id="6" creationId="{4F5264DD-4A18-5012-DBEF-74998089A192}"/>
          </ac:spMkLst>
        </pc:spChg>
        <pc:spChg chg="mod">
          <ac:chgData name="Jessica Johnson" userId="2fa3b05a-0f24-4f04-bd66-8b91b06ff392" providerId="ADAL" clId="{C31B7D75-9B44-A84E-975F-5F539E5F8CDC}" dt="2025-07-16T14:11:19.027" v="2110" actId="20577"/>
          <ac:spMkLst>
            <pc:docMk/>
            <pc:sldMk cId="2818904342" sldId="343"/>
            <ac:spMk id="7" creationId="{52B64001-9177-E1D0-7608-640352A6AB36}"/>
          </ac:spMkLst>
        </pc:spChg>
        <pc:spChg chg="mod">
          <ac:chgData name="Jessica Johnson" userId="2fa3b05a-0f24-4f04-bd66-8b91b06ff392" providerId="ADAL" clId="{C31B7D75-9B44-A84E-975F-5F539E5F8CDC}" dt="2025-07-16T14:11:21.412" v="2115" actId="20577"/>
          <ac:spMkLst>
            <pc:docMk/>
            <pc:sldMk cId="2818904342" sldId="343"/>
            <ac:spMk id="8" creationId="{E80D75C4-20B0-1BD0-C90D-39B2EC46A423}"/>
          </ac:spMkLst>
        </pc:spChg>
        <pc:spChg chg="mod">
          <ac:chgData name="Jessica Johnson" userId="2fa3b05a-0f24-4f04-bd66-8b91b06ff392" providerId="ADAL" clId="{C31B7D75-9B44-A84E-975F-5F539E5F8CDC}" dt="2025-07-16T14:14:20.592" v="2225" actId="20577"/>
          <ac:spMkLst>
            <pc:docMk/>
            <pc:sldMk cId="2818904342" sldId="343"/>
            <ac:spMk id="9" creationId="{79E2B4C7-25B5-B170-B547-8C657741E240}"/>
          </ac:spMkLst>
        </pc:spChg>
        <pc:spChg chg="mod">
          <ac:chgData name="Jessica Johnson" userId="2fa3b05a-0f24-4f04-bd66-8b91b06ff392" providerId="ADAL" clId="{C31B7D75-9B44-A84E-975F-5F539E5F8CDC}" dt="2025-07-16T14:12:29.895" v="2125" actId="20577"/>
          <ac:spMkLst>
            <pc:docMk/>
            <pc:sldMk cId="2818904342" sldId="343"/>
            <ac:spMk id="10" creationId="{D6AE1F48-67F0-32C3-0D64-3535EFF239BF}"/>
          </ac:spMkLst>
        </pc:spChg>
        <pc:spChg chg="mod">
          <ac:chgData name="Jessica Johnson" userId="2fa3b05a-0f24-4f04-bd66-8b91b06ff392" providerId="ADAL" clId="{C31B7D75-9B44-A84E-975F-5F539E5F8CDC}" dt="2025-07-16T14:12:33.782" v="2130" actId="20577"/>
          <ac:spMkLst>
            <pc:docMk/>
            <pc:sldMk cId="2818904342" sldId="343"/>
            <ac:spMk id="11" creationId="{FEF4D3BA-7896-7272-A5C1-605BDFB947CF}"/>
          </ac:spMkLst>
        </pc:spChg>
        <pc:spChg chg="mod">
          <ac:chgData name="Jessica Johnson" userId="2fa3b05a-0f24-4f04-bd66-8b91b06ff392" providerId="ADAL" clId="{C31B7D75-9B44-A84E-975F-5F539E5F8CDC}" dt="2025-07-16T14:12:37.826" v="2136" actId="20577"/>
          <ac:spMkLst>
            <pc:docMk/>
            <pc:sldMk cId="2818904342" sldId="343"/>
            <ac:spMk id="12" creationId="{1034D114-C636-17CC-F1D3-64AA0659428D}"/>
          </ac:spMkLst>
        </pc:spChg>
        <pc:spChg chg="mod">
          <ac:chgData name="Jessica Johnson" userId="2fa3b05a-0f24-4f04-bd66-8b91b06ff392" providerId="ADAL" clId="{C31B7D75-9B44-A84E-975F-5F539E5F8CDC}" dt="2025-07-16T14:12:41.081" v="2143" actId="20577"/>
          <ac:spMkLst>
            <pc:docMk/>
            <pc:sldMk cId="2818904342" sldId="343"/>
            <ac:spMk id="13" creationId="{6DD902A9-074E-2723-EE12-8DBAFAAA0372}"/>
          </ac:spMkLst>
        </pc:spChg>
        <pc:spChg chg="mod">
          <ac:chgData name="Jessica Johnson" userId="2fa3b05a-0f24-4f04-bd66-8b91b06ff392" providerId="ADAL" clId="{C31B7D75-9B44-A84E-975F-5F539E5F8CDC}" dt="2025-07-16T14:12:54.750" v="2153" actId="20577"/>
          <ac:spMkLst>
            <pc:docMk/>
            <pc:sldMk cId="2818904342" sldId="343"/>
            <ac:spMk id="14" creationId="{A3CD3EB5-501C-6B66-6AD3-26D3965D17A2}"/>
          </ac:spMkLst>
        </pc:spChg>
        <pc:spChg chg="mod">
          <ac:chgData name="Jessica Johnson" userId="2fa3b05a-0f24-4f04-bd66-8b91b06ff392" providerId="ADAL" clId="{C31B7D75-9B44-A84E-975F-5F539E5F8CDC}" dt="2025-07-16T14:13:47.497" v="2172" actId="20577"/>
          <ac:spMkLst>
            <pc:docMk/>
            <pc:sldMk cId="2818904342" sldId="343"/>
            <ac:spMk id="15" creationId="{E494C122-61E3-5BB6-6F64-6FA8CA1669CE}"/>
          </ac:spMkLst>
        </pc:spChg>
        <pc:spChg chg="mod">
          <ac:chgData name="Jessica Johnson" userId="2fa3b05a-0f24-4f04-bd66-8b91b06ff392" providerId="ADAL" clId="{C31B7D75-9B44-A84E-975F-5F539E5F8CDC}" dt="2025-07-16T14:13:56.092" v="2185" actId="20577"/>
          <ac:spMkLst>
            <pc:docMk/>
            <pc:sldMk cId="2818904342" sldId="343"/>
            <ac:spMk id="16" creationId="{6AB07178-108F-C42B-EBA6-6E138986B946}"/>
          </ac:spMkLst>
        </pc:spChg>
        <pc:spChg chg="mod">
          <ac:chgData name="Jessica Johnson" userId="2fa3b05a-0f24-4f04-bd66-8b91b06ff392" providerId="ADAL" clId="{C31B7D75-9B44-A84E-975F-5F539E5F8CDC}" dt="2025-07-16T14:14:02.982" v="2199" actId="20577"/>
          <ac:spMkLst>
            <pc:docMk/>
            <pc:sldMk cId="2818904342" sldId="343"/>
            <ac:spMk id="17" creationId="{E781045E-1D81-B727-B72A-C3039A604BDB}"/>
          </ac:spMkLst>
        </pc:spChg>
        <pc:spChg chg="mod">
          <ac:chgData name="Jessica Johnson" userId="2fa3b05a-0f24-4f04-bd66-8b91b06ff392" providerId="ADAL" clId="{C31B7D75-9B44-A84E-975F-5F539E5F8CDC}" dt="2025-07-16T14:14:10.338" v="2212" actId="20577"/>
          <ac:spMkLst>
            <pc:docMk/>
            <pc:sldMk cId="2818904342" sldId="343"/>
            <ac:spMk id="18" creationId="{AF4DD954-DA4A-1389-0026-165A9F38A226}"/>
          </ac:spMkLst>
        </pc:spChg>
        <pc:spChg chg="mod">
          <ac:chgData name="Jessica Johnson" userId="2fa3b05a-0f24-4f04-bd66-8b91b06ff392" providerId="ADAL" clId="{C31B7D75-9B44-A84E-975F-5F539E5F8CDC}" dt="2025-07-16T14:14:35.610" v="2231" actId="20577"/>
          <ac:spMkLst>
            <pc:docMk/>
            <pc:sldMk cId="2818904342" sldId="343"/>
            <ac:spMk id="19" creationId="{39554515-39B8-83BE-5911-61F10164BE72}"/>
          </ac:spMkLst>
        </pc:spChg>
        <pc:spChg chg="mod">
          <ac:chgData name="Jessica Johnson" userId="2fa3b05a-0f24-4f04-bd66-8b91b06ff392" providerId="ADAL" clId="{C31B7D75-9B44-A84E-975F-5F539E5F8CDC}" dt="2025-07-16T14:14:40.269" v="2244" actId="20577"/>
          <ac:spMkLst>
            <pc:docMk/>
            <pc:sldMk cId="2818904342" sldId="343"/>
            <ac:spMk id="20" creationId="{AAE45AD7-4B0D-2D1B-2357-50BDE7AC6D8B}"/>
          </ac:spMkLst>
        </pc:spChg>
        <pc:spChg chg="mod">
          <ac:chgData name="Jessica Johnson" userId="2fa3b05a-0f24-4f04-bd66-8b91b06ff392" providerId="ADAL" clId="{C31B7D75-9B44-A84E-975F-5F539E5F8CDC}" dt="2025-07-16T14:14:48.739" v="2252" actId="20577"/>
          <ac:spMkLst>
            <pc:docMk/>
            <pc:sldMk cId="2818904342" sldId="343"/>
            <ac:spMk id="21" creationId="{A8267011-A7B8-32F1-429D-8C1CD7FD9746}"/>
          </ac:spMkLst>
        </pc:spChg>
        <pc:spChg chg="mod">
          <ac:chgData name="Jessica Johnson" userId="2fa3b05a-0f24-4f04-bd66-8b91b06ff392" providerId="ADAL" clId="{C31B7D75-9B44-A84E-975F-5F539E5F8CDC}" dt="2025-07-16T14:15:39.026" v="2272" actId="20577"/>
          <ac:spMkLst>
            <pc:docMk/>
            <pc:sldMk cId="2818904342" sldId="343"/>
            <ac:spMk id="22" creationId="{E6180836-BE64-5C92-4C77-A37BDFAEF7AA}"/>
          </ac:spMkLst>
        </pc:spChg>
        <pc:spChg chg="mod">
          <ac:chgData name="Jessica Johnson" userId="2fa3b05a-0f24-4f04-bd66-8b91b06ff392" providerId="ADAL" clId="{C31B7D75-9B44-A84E-975F-5F539E5F8CDC}" dt="2025-07-16T14:15:12.327" v="2261" actId="20577"/>
          <ac:spMkLst>
            <pc:docMk/>
            <pc:sldMk cId="2818904342" sldId="343"/>
            <ac:spMk id="23" creationId="{CAAF7E71-307C-9B0F-3D2F-940313C7AB3B}"/>
          </ac:spMkLst>
        </pc:spChg>
        <pc:picChg chg="add mod">
          <ac:chgData name="Jessica Johnson" userId="2fa3b05a-0f24-4f04-bd66-8b91b06ff392" providerId="ADAL" clId="{C31B7D75-9B44-A84E-975F-5F539E5F8CDC}" dt="2025-07-16T14:10:27.221" v="2065" actId="1076"/>
          <ac:picMkLst>
            <pc:docMk/>
            <pc:sldMk cId="2818904342" sldId="343"/>
            <ac:picMk id="24" creationId="{C2306A54-C481-29E2-0B52-7D2963C71B49}"/>
          </ac:picMkLst>
        </pc:picChg>
        <pc:picChg chg="add mod">
          <ac:chgData name="Jessica Johnson" userId="2fa3b05a-0f24-4f04-bd66-8b91b06ff392" providerId="ADAL" clId="{C31B7D75-9B44-A84E-975F-5F539E5F8CDC}" dt="2025-07-16T14:10:27.221" v="2065" actId="1076"/>
          <ac:picMkLst>
            <pc:docMk/>
            <pc:sldMk cId="2818904342" sldId="343"/>
            <ac:picMk id="25" creationId="{905357AE-A9CB-81BE-CAA3-DB62865BFEFE}"/>
          </ac:picMkLst>
        </pc:picChg>
        <pc:picChg chg="add mod">
          <ac:chgData name="Jessica Johnson" userId="2fa3b05a-0f24-4f04-bd66-8b91b06ff392" providerId="ADAL" clId="{C31B7D75-9B44-A84E-975F-5F539E5F8CDC}" dt="2025-07-16T14:10:27.221" v="2065" actId="1076"/>
          <ac:picMkLst>
            <pc:docMk/>
            <pc:sldMk cId="2818904342" sldId="343"/>
            <ac:picMk id="26" creationId="{8F58DB7C-6790-744E-D8BD-087714F65CF1}"/>
          </ac:picMkLst>
        </pc:picChg>
        <pc:picChg chg="add mod">
          <ac:chgData name="Jessica Johnson" userId="2fa3b05a-0f24-4f04-bd66-8b91b06ff392" providerId="ADAL" clId="{C31B7D75-9B44-A84E-975F-5F539E5F8CDC}" dt="2025-07-16T14:10:36.475" v="2067" actId="1076"/>
          <ac:picMkLst>
            <pc:docMk/>
            <pc:sldMk cId="2818904342" sldId="343"/>
            <ac:picMk id="27" creationId="{A97E0B1A-3456-D186-3BC6-075972877E18}"/>
          </ac:picMkLst>
        </pc:picChg>
        <pc:picChg chg="add mod">
          <ac:chgData name="Jessica Johnson" userId="2fa3b05a-0f24-4f04-bd66-8b91b06ff392" providerId="ADAL" clId="{C31B7D75-9B44-A84E-975F-5F539E5F8CDC}" dt="2025-07-16T14:10:36.475" v="2067" actId="1076"/>
          <ac:picMkLst>
            <pc:docMk/>
            <pc:sldMk cId="2818904342" sldId="343"/>
            <ac:picMk id="28" creationId="{C5685725-B7BE-A83D-FC34-45E00779543A}"/>
          </ac:picMkLst>
        </pc:picChg>
        <pc:picChg chg="add mod">
          <ac:chgData name="Jessica Johnson" userId="2fa3b05a-0f24-4f04-bd66-8b91b06ff392" providerId="ADAL" clId="{C31B7D75-9B44-A84E-975F-5F539E5F8CDC}" dt="2025-07-16T14:10:53.755" v="2069" actId="1076"/>
          <ac:picMkLst>
            <pc:docMk/>
            <pc:sldMk cId="2818904342" sldId="343"/>
            <ac:picMk id="29" creationId="{74010280-7BF9-3C11-C870-77D20BF89F9A}"/>
          </ac:picMkLst>
        </pc:picChg>
        <pc:picChg chg="add mod">
          <ac:chgData name="Jessica Johnson" userId="2fa3b05a-0f24-4f04-bd66-8b91b06ff392" providerId="ADAL" clId="{C31B7D75-9B44-A84E-975F-5F539E5F8CDC}" dt="2025-07-16T14:11:46.229" v="2117" actId="1076"/>
          <ac:picMkLst>
            <pc:docMk/>
            <pc:sldMk cId="2818904342" sldId="343"/>
            <ac:picMk id="30" creationId="{9C995024-EBB9-EDAC-F2D2-C9815B8C8F66}"/>
          </ac:picMkLst>
        </pc:picChg>
        <pc:picChg chg="add mod">
          <ac:chgData name="Jessica Johnson" userId="2fa3b05a-0f24-4f04-bd66-8b91b06ff392" providerId="ADAL" clId="{C31B7D75-9B44-A84E-975F-5F539E5F8CDC}" dt="2025-07-16T14:11:57.505" v="2119" actId="1076"/>
          <ac:picMkLst>
            <pc:docMk/>
            <pc:sldMk cId="2818904342" sldId="343"/>
            <ac:picMk id="31" creationId="{8FA546D3-4D16-F38B-C68B-E7A48A833856}"/>
          </ac:picMkLst>
        </pc:picChg>
        <pc:picChg chg="add mod">
          <ac:chgData name="Jessica Johnson" userId="2fa3b05a-0f24-4f04-bd66-8b91b06ff392" providerId="ADAL" clId="{C31B7D75-9B44-A84E-975F-5F539E5F8CDC}" dt="2025-07-16T14:12:03.736" v="2120" actId="1076"/>
          <ac:picMkLst>
            <pc:docMk/>
            <pc:sldMk cId="2818904342" sldId="343"/>
            <ac:picMk id="32" creationId="{24231A23-B0D3-3E73-01BE-41ACE7B378F0}"/>
          </ac:picMkLst>
        </pc:picChg>
        <pc:picChg chg="add mod">
          <ac:chgData name="Jessica Johnson" userId="2fa3b05a-0f24-4f04-bd66-8b91b06ff392" providerId="ADAL" clId="{C31B7D75-9B44-A84E-975F-5F539E5F8CDC}" dt="2025-07-16T14:12:03.736" v="2120" actId="1076"/>
          <ac:picMkLst>
            <pc:docMk/>
            <pc:sldMk cId="2818904342" sldId="343"/>
            <ac:picMk id="33" creationId="{7D5C0FFE-E875-D8F2-00CC-90D8B33D3F20}"/>
          </ac:picMkLst>
        </pc:picChg>
        <pc:picChg chg="add mod">
          <ac:chgData name="Jessica Johnson" userId="2fa3b05a-0f24-4f04-bd66-8b91b06ff392" providerId="ADAL" clId="{C31B7D75-9B44-A84E-975F-5F539E5F8CDC}" dt="2025-07-16T14:12:51.975" v="2145" actId="1076"/>
          <ac:picMkLst>
            <pc:docMk/>
            <pc:sldMk cId="2818904342" sldId="343"/>
            <ac:picMk id="34" creationId="{A166C5B1-6B0C-EC47-6252-9C8957500D2A}"/>
          </ac:picMkLst>
        </pc:picChg>
        <pc:picChg chg="add mod">
          <ac:chgData name="Jessica Johnson" userId="2fa3b05a-0f24-4f04-bd66-8b91b06ff392" providerId="ADAL" clId="{C31B7D75-9B44-A84E-975F-5F539E5F8CDC}" dt="2025-07-16T14:13:29.424" v="2157" actId="1076"/>
          <ac:picMkLst>
            <pc:docMk/>
            <pc:sldMk cId="2818904342" sldId="343"/>
            <ac:picMk id="35" creationId="{E190A715-7DE8-B385-1894-F469F9DDDE75}"/>
          </ac:picMkLst>
        </pc:picChg>
        <pc:picChg chg="add mod">
          <ac:chgData name="Jessica Johnson" userId="2fa3b05a-0f24-4f04-bd66-8b91b06ff392" providerId="ADAL" clId="{C31B7D75-9B44-A84E-975F-5F539E5F8CDC}" dt="2025-07-16T14:14:13.594" v="2213" actId="1076"/>
          <ac:picMkLst>
            <pc:docMk/>
            <pc:sldMk cId="2818904342" sldId="343"/>
            <ac:picMk id="36" creationId="{9BA0833B-5A00-FE37-77EE-58A256090B57}"/>
          </ac:picMkLst>
        </pc:picChg>
        <pc:picChg chg="add mod">
          <ac:chgData name="Jessica Johnson" userId="2fa3b05a-0f24-4f04-bd66-8b91b06ff392" providerId="ADAL" clId="{C31B7D75-9B44-A84E-975F-5F539E5F8CDC}" dt="2025-07-16T14:13:41.056" v="2159" actId="1076"/>
          <ac:picMkLst>
            <pc:docMk/>
            <pc:sldMk cId="2818904342" sldId="343"/>
            <ac:picMk id="37" creationId="{74470CC6-23A0-9713-1F72-2288E4F66190}"/>
          </ac:picMkLst>
        </pc:picChg>
        <pc:picChg chg="add mod">
          <ac:chgData name="Jessica Johnson" userId="2fa3b05a-0f24-4f04-bd66-8b91b06ff392" providerId="ADAL" clId="{C31B7D75-9B44-A84E-975F-5F539E5F8CDC}" dt="2025-07-16T14:13:34.886" v="2158" actId="1076"/>
          <ac:picMkLst>
            <pc:docMk/>
            <pc:sldMk cId="2818904342" sldId="343"/>
            <ac:picMk id="38" creationId="{FD54A1DE-F0FD-5397-F92B-3ADE6B95A4ED}"/>
          </ac:picMkLst>
        </pc:picChg>
        <pc:picChg chg="add mod">
          <ac:chgData name="Jessica Johnson" userId="2fa3b05a-0f24-4f04-bd66-8b91b06ff392" providerId="ADAL" clId="{C31B7D75-9B44-A84E-975F-5F539E5F8CDC}" dt="2025-07-16T14:13:34.886" v="2158" actId="1076"/>
          <ac:picMkLst>
            <pc:docMk/>
            <pc:sldMk cId="2818904342" sldId="343"/>
            <ac:picMk id="39" creationId="{4844F249-0CC6-BD81-A1EC-6F60EF415715}"/>
          </ac:picMkLst>
        </pc:picChg>
        <pc:picChg chg="add mod">
          <ac:chgData name="Jessica Johnson" userId="2fa3b05a-0f24-4f04-bd66-8b91b06ff392" providerId="ADAL" clId="{C31B7D75-9B44-A84E-975F-5F539E5F8CDC}" dt="2025-07-16T14:14:32.916" v="2227" actId="1076"/>
          <ac:picMkLst>
            <pc:docMk/>
            <pc:sldMk cId="2818904342" sldId="343"/>
            <ac:picMk id="40" creationId="{240C6D59-4592-761A-E335-63F352B39939}"/>
          </ac:picMkLst>
        </pc:picChg>
        <pc:picChg chg="add mod">
          <ac:chgData name="Jessica Johnson" userId="2fa3b05a-0f24-4f04-bd66-8b91b06ff392" providerId="ADAL" clId="{C31B7D75-9B44-A84E-975F-5F539E5F8CDC}" dt="2025-07-16T14:14:32.916" v="2227" actId="1076"/>
          <ac:picMkLst>
            <pc:docMk/>
            <pc:sldMk cId="2818904342" sldId="343"/>
            <ac:picMk id="41" creationId="{DA7EA169-9E11-C596-64C0-F09AF8BB6092}"/>
          </ac:picMkLst>
        </pc:picChg>
        <pc:picChg chg="add mod">
          <ac:chgData name="Jessica Johnson" userId="2fa3b05a-0f24-4f04-bd66-8b91b06ff392" providerId="ADAL" clId="{C31B7D75-9B44-A84E-975F-5F539E5F8CDC}" dt="2025-07-16T14:14:32.916" v="2227" actId="1076"/>
          <ac:picMkLst>
            <pc:docMk/>
            <pc:sldMk cId="2818904342" sldId="343"/>
            <ac:picMk id="42" creationId="{3FF2CD76-0A68-3C55-5864-5158D221B45A}"/>
          </ac:picMkLst>
        </pc:picChg>
        <pc:picChg chg="add mod">
          <ac:chgData name="Jessica Johnson" userId="2fa3b05a-0f24-4f04-bd66-8b91b06ff392" providerId="ADAL" clId="{C31B7D75-9B44-A84E-975F-5F539E5F8CDC}" dt="2025-07-16T14:15:04.669" v="2254" actId="1076"/>
          <ac:picMkLst>
            <pc:docMk/>
            <pc:sldMk cId="2818904342" sldId="343"/>
            <ac:picMk id="43" creationId="{EDF85929-EE22-E14A-1BF6-F3E0B185AFF6}"/>
          </ac:picMkLst>
        </pc:picChg>
        <pc:picChg chg="add mod">
          <ac:chgData name="Jessica Johnson" userId="2fa3b05a-0f24-4f04-bd66-8b91b06ff392" providerId="ADAL" clId="{C31B7D75-9B44-A84E-975F-5F539E5F8CDC}" dt="2025-07-16T14:15:08.964" v="2255" actId="1076"/>
          <ac:picMkLst>
            <pc:docMk/>
            <pc:sldMk cId="2818904342" sldId="343"/>
            <ac:picMk id="44" creationId="{7F8DD2B9-48EB-947B-F1C0-4BFC471238DF}"/>
          </ac:picMkLst>
        </pc:picChg>
      </pc:sldChg>
      <pc:sldChg chg="addSp modSp new mod">
        <pc:chgData name="Jessica Johnson" userId="2fa3b05a-0f24-4f04-bd66-8b91b06ff392" providerId="ADAL" clId="{C31B7D75-9B44-A84E-975F-5F539E5F8CDC}" dt="2025-07-16T14:26:22.504" v="2543" actId="20577"/>
        <pc:sldMkLst>
          <pc:docMk/>
          <pc:sldMk cId="2888418175" sldId="344"/>
        </pc:sldMkLst>
        <pc:spChg chg="mod">
          <ac:chgData name="Jessica Johnson" userId="2fa3b05a-0f24-4f04-bd66-8b91b06ff392" providerId="ADAL" clId="{C31B7D75-9B44-A84E-975F-5F539E5F8CDC}" dt="2025-07-16T14:16:07.500" v="2279" actId="20577"/>
          <ac:spMkLst>
            <pc:docMk/>
            <pc:sldMk cId="2888418175" sldId="344"/>
            <ac:spMk id="2" creationId="{E44FD903-3523-2918-E9B6-04FA60B04E93}"/>
          </ac:spMkLst>
        </pc:spChg>
        <pc:spChg chg="mod">
          <ac:chgData name="Jessica Johnson" userId="2fa3b05a-0f24-4f04-bd66-8b91b06ff392" providerId="ADAL" clId="{C31B7D75-9B44-A84E-975F-5F539E5F8CDC}" dt="2025-07-16T14:16:22.244" v="2293" actId="20577"/>
          <ac:spMkLst>
            <pc:docMk/>
            <pc:sldMk cId="2888418175" sldId="344"/>
            <ac:spMk id="3" creationId="{463C7793-0CFB-D363-7BE1-1FD72B40BFD3}"/>
          </ac:spMkLst>
        </pc:spChg>
        <pc:spChg chg="mod">
          <ac:chgData name="Jessica Johnson" userId="2fa3b05a-0f24-4f04-bd66-8b91b06ff392" providerId="ADAL" clId="{C31B7D75-9B44-A84E-975F-5F539E5F8CDC}" dt="2025-07-16T14:16:33.465" v="2304" actId="20577"/>
          <ac:spMkLst>
            <pc:docMk/>
            <pc:sldMk cId="2888418175" sldId="344"/>
            <ac:spMk id="4" creationId="{2075F568-406F-2F0C-6972-A00C63248C26}"/>
          </ac:spMkLst>
        </pc:spChg>
        <pc:spChg chg="mod">
          <ac:chgData name="Jessica Johnson" userId="2fa3b05a-0f24-4f04-bd66-8b91b06ff392" providerId="ADAL" clId="{C31B7D75-9B44-A84E-975F-5F539E5F8CDC}" dt="2025-07-16T14:16:40.983" v="2322" actId="20577"/>
          <ac:spMkLst>
            <pc:docMk/>
            <pc:sldMk cId="2888418175" sldId="344"/>
            <ac:spMk id="5" creationId="{94AE1794-3FEC-4A52-A3E3-3C1C7661A54D}"/>
          </ac:spMkLst>
        </pc:spChg>
        <pc:spChg chg="mod">
          <ac:chgData name="Jessica Johnson" userId="2fa3b05a-0f24-4f04-bd66-8b91b06ff392" providerId="ADAL" clId="{C31B7D75-9B44-A84E-975F-5F539E5F8CDC}" dt="2025-07-16T14:17:11.337" v="2344" actId="20577"/>
          <ac:spMkLst>
            <pc:docMk/>
            <pc:sldMk cId="2888418175" sldId="344"/>
            <ac:spMk id="6" creationId="{764C215D-BE07-811C-C688-5F6393C8CCF0}"/>
          </ac:spMkLst>
        </pc:spChg>
        <pc:spChg chg="mod">
          <ac:chgData name="Jessica Johnson" userId="2fa3b05a-0f24-4f04-bd66-8b91b06ff392" providerId="ADAL" clId="{C31B7D75-9B44-A84E-975F-5F539E5F8CDC}" dt="2025-07-16T14:17:15.803" v="2354" actId="20577"/>
          <ac:spMkLst>
            <pc:docMk/>
            <pc:sldMk cId="2888418175" sldId="344"/>
            <ac:spMk id="7" creationId="{EF86F8C3-5919-D4C9-2EB0-DED0827254D9}"/>
          </ac:spMkLst>
        </pc:spChg>
        <pc:spChg chg="mod">
          <ac:chgData name="Jessica Johnson" userId="2fa3b05a-0f24-4f04-bd66-8b91b06ff392" providerId="ADAL" clId="{C31B7D75-9B44-A84E-975F-5F539E5F8CDC}" dt="2025-07-16T14:17:21.986" v="2369" actId="20577"/>
          <ac:spMkLst>
            <pc:docMk/>
            <pc:sldMk cId="2888418175" sldId="344"/>
            <ac:spMk id="8" creationId="{EA88FE4F-6488-A3ED-EF91-BAF6558CE534}"/>
          </ac:spMkLst>
        </pc:spChg>
        <pc:spChg chg="mod">
          <ac:chgData name="Jessica Johnson" userId="2fa3b05a-0f24-4f04-bd66-8b91b06ff392" providerId="ADAL" clId="{C31B7D75-9B44-A84E-975F-5F539E5F8CDC}" dt="2025-07-16T14:18:55.203" v="2438" actId="20577"/>
          <ac:spMkLst>
            <pc:docMk/>
            <pc:sldMk cId="2888418175" sldId="344"/>
            <ac:spMk id="9" creationId="{C9E81F24-A2CB-677D-1061-449180321DDE}"/>
          </ac:spMkLst>
        </pc:spChg>
        <pc:spChg chg="mod">
          <ac:chgData name="Jessica Johnson" userId="2fa3b05a-0f24-4f04-bd66-8b91b06ff392" providerId="ADAL" clId="{C31B7D75-9B44-A84E-975F-5F539E5F8CDC}" dt="2025-07-16T14:18:17.909" v="2391" actId="20577"/>
          <ac:spMkLst>
            <pc:docMk/>
            <pc:sldMk cId="2888418175" sldId="344"/>
            <ac:spMk id="10" creationId="{20FCD574-B2D8-7030-6C89-16E1FD5D6BF4}"/>
          </ac:spMkLst>
        </pc:spChg>
        <pc:spChg chg="mod">
          <ac:chgData name="Jessica Johnson" userId="2fa3b05a-0f24-4f04-bd66-8b91b06ff392" providerId="ADAL" clId="{C31B7D75-9B44-A84E-975F-5F539E5F8CDC}" dt="2025-07-16T14:18:21.007" v="2401" actId="20577"/>
          <ac:spMkLst>
            <pc:docMk/>
            <pc:sldMk cId="2888418175" sldId="344"/>
            <ac:spMk id="11" creationId="{04DFFC5A-16F7-6094-4D10-7161937AC2E1}"/>
          </ac:spMkLst>
        </pc:spChg>
        <pc:spChg chg="mod">
          <ac:chgData name="Jessica Johnson" userId="2fa3b05a-0f24-4f04-bd66-8b91b06ff392" providerId="ADAL" clId="{C31B7D75-9B44-A84E-975F-5F539E5F8CDC}" dt="2025-07-16T14:18:25.031" v="2411" actId="20577"/>
          <ac:spMkLst>
            <pc:docMk/>
            <pc:sldMk cId="2888418175" sldId="344"/>
            <ac:spMk id="12" creationId="{F1AA8B35-58EE-48F4-E4EA-FC1511FBDE07}"/>
          </ac:spMkLst>
        </pc:spChg>
        <pc:spChg chg="mod">
          <ac:chgData name="Jessica Johnson" userId="2fa3b05a-0f24-4f04-bd66-8b91b06ff392" providerId="ADAL" clId="{C31B7D75-9B44-A84E-975F-5F539E5F8CDC}" dt="2025-07-16T14:18:29.442" v="2421" actId="20577"/>
          <ac:spMkLst>
            <pc:docMk/>
            <pc:sldMk cId="2888418175" sldId="344"/>
            <ac:spMk id="13" creationId="{27F7E174-CC39-4BF3-F525-63713CD8462A}"/>
          </ac:spMkLst>
        </pc:spChg>
        <pc:spChg chg="mod">
          <ac:chgData name="Jessica Johnson" userId="2fa3b05a-0f24-4f04-bd66-8b91b06ff392" providerId="ADAL" clId="{C31B7D75-9B44-A84E-975F-5F539E5F8CDC}" dt="2025-07-16T14:18:43.096" v="2432" actId="20577"/>
          <ac:spMkLst>
            <pc:docMk/>
            <pc:sldMk cId="2888418175" sldId="344"/>
            <ac:spMk id="14" creationId="{248395FF-14EA-0CA6-61DD-D4BFB0EEB185}"/>
          </ac:spMkLst>
        </pc:spChg>
        <pc:spChg chg="mod">
          <ac:chgData name="Jessica Johnson" userId="2fa3b05a-0f24-4f04-bd66-8b91b06ff392" providerId="ADAL" clId="{C31B7D75-9B44-A84E-975F-5F539E5F8CDC}" dt="2025-07-16T14:19:11.666" v="2443" actId="20577"/>
          <ac:spMkLst>
            <pc:docMk/>
            <pc:sldMk cId="2888418175" sldId="344"/>
            <ac:spMk id="15" creationId="{822E0B6D-68A6-D817-2C9A-46FC0C9FF424}"/>
          </ac:spMkLst>
        </pc:spChg>
        <pc:spChg chg="mod">
          <ac:chgData name="Jessica Johnson" userId="2fa3b05a-0f24-4f04-bd66-8b91b06ff392" providerId="ADAL" clId="{C31B7D75-9B44-A84E-975F-5F539E5F8CDC}" dt="2025-07-16T14:19:15.912" v="2450" actId="20577"/>
          <ac:spMkLst>
            <pc:docMk/>
            <pc:sldMk cId="2888418175" sldId="344"/>
            <ac:spMk id="16" creationId="{D96B49AF-3720-5723-852B-382F41F70C3A}"/>
          </ac:spMkLst>
        </pc:spChg>
        <pc:spChg chg="mod">
          <ac:chgData name="Jessica Johnson" userId="2fa3b05a-0f24-4f04-bd66-8b91b06ff392" providerId="ADAL" clId="{C31B7D75-9B44-A84E-975F-5F539E5F8CDC}" dt="2025-07-16T14:25:06.602" v="2463" actId="20577"/>
          <ac:spMkLst>
            <pc:docMk/>
            <pc:sldMk cId="2888418175" sldId="344"/>
            <ac:spMk id="17" creationId="{8FA33A04-40AF-E4BA-FB9E-8536F08425A2}"/>
          </ac:spMkLst>
        </pc:spChg>
        <pc:spChg chg="mod">
          <ac:chgData name="Jessica Johnson" userId="2fa3b05a-0f24-4f04-bd66-8b91b06ff392" providerId="ADAL" clId="{C31B7D75-9B44-A84E-975F-5F539E5F8CDC}" dt="2025-07-16T14:25:11.854" v="2477" actId="20577"/>
          <ac:spMkLst>
            <pc:docMk/>
            <pc:sldMk cId="2888418175" sldId="344"/>
            <ac:spMk id="18" creationId="{2451A202-456B-0A4B-1132-A63BC4CBF2D0}"/>
          </ac:spMkLst>
        </pc:spChg>
        <pc:spChg chg="mod">
          <ac:chgData name="Jessica Johnson" userId="2fa3b05a-0f24-4f04-bd66-8b91b06ff392" providerId="ADAL" clId="{C31B7D75-9B44-A84E-975F-5F539E5F8CDC}" dt="2025-07-16T14:25:18.385" v="2491" actId="20577"/>
          <ac:spMkLst>
            <pc:docMk/>
            <pc:sldMk cId="2888418175" sldId="344"/>
            <ac:spMk id="19" creationId="{4E8DD508-E787-C97A-FED5-D8A3DD373B2F}"/>
          </ac:spMkLst>
        </pc:spChg>
        <pc:spChg chg="mod">
          <ac:chgData name="Jessica Johnson" userId="2fa3b05a-0f24-4f04-bd66-8b91b06ff392" providerId="ADAL" clId="{C31B7D75-9B44-A84E-975F-5F539E5F8CDC}" dt="2025-07-16T14:25:26.963" v="2504" actId="20577"/>
          <ac:spMkLst>
            <pc:docMk/>
            <pc:sldMk cId="2888418175" sldId="344"/>
            <ac:spMk id="20" creationId="{97C571B4-9539-8F2A-0075-8E1B402117FB}"/>
          </ac:spMkLst>
        </pc:spChg>
        <pc:spChg chg="mod">
          <ac:chgData name="Jessica Johnson" userId="2fa3b05a-0f24-4f04-bd66-8b91b06ff392" providerId="ADAL" clId="{C31B7D75-9B44-A84E-975F-5F539E5F8CDC}" dt="2025-07-16T14:25:40.798" v="2516" actId="20577"/>
          <ac:spMkLst>
            <pc:docMk/>
            <pc:sldMk cId="2888418175" sldId="344"/>
            <ac:spMk id="21" creationId="{F0F3B50F-0618-BEB0-CA59-B19CCEA2233E}"/>
          </ac:spMkLst>
        </pc:spChg>
        <pc:spChg chg="mod">
          <ac:chgData name="Jessica Johnson" userId="2fa3b05a-0f24-4f04-bd66-8b91b06ff392" providerId="ADAL" clId="{C31B7D75-9B44-A84E-975F-5F539E5F8CDC}" dt="2025-07-16T14:26:01.051" v="2529" actId="20577"/>
          <ac:spMkLst>
            <pc:docMk/>
            <pc:sldMk cId="2888418175" sldId="344"/>
            <ac:spMk id="22" creationId="{A37DD5F7-683C-AEFF-133D-2DA6C2E222A9}"/>
          </ac:spMkLst>
        </pc:spChg>
        <pc:spChg chg="mod">
          <ac:chgData name="Jessica Johnson" userId="2fa3b05a-0f24-4f04-bd66-8b91b06ff392" providerId="ADAL" clId="{C31B7D75-9B44-A84E-975F-5F539E5F8CDC}" dt="2025-07-16T14:26:22.504" v="2543" actId="20577"/>
          <ac:spMkLst>
            <pc:docMk/>
            <pc:sldMk cId="2888418175" sldId="344"/>
            <ac:spMk id="23" creationId="{B97EE826-6619-F4D9-4AB6-B6B8F34312FB}"/>
          </ac:spMkLst>
        </pc:spChg>
        <pc:picChg chg="add mod">
          <ac:chgData name="Jessica Johnson" userId="2fa3b05a-0f24-4f04-bd66-8b91b06ff392" providerId="ADAL" clId="{C31B7D75-9B44-A84E-975F-5F539E5F8CDC}" dt="2025-07-16T14:16:05.495" v="2275" actId="1076"/>
          <ac:picMkLst>
            <pc:docMk/>
            <pc:sldMk cId="2888418175" sldId="344"/>
            <ac:picMk id="24" creationId="{4D3CA26A-974C-5E39-F1CA-4507422B0DCC}"/>
          </ac:picMkLst>
        </pc:picChg>
        <pc:picChg chg="add mod">
          <ac:chgData name="Jessica Johnson" userId="2fa3b05a-0f24-4f04-bd66-8b91b06ff392" providerId="ADAL" clId="{C31B7D75-9B44-A84E-975F-5F539E5F8CDC}" dt="2025-07-16T14:16:05.495" v="2275" actId="1076"/>
          <ac:picMkLst>
            <pc:docMk/>
            <pc:sldMk cId="2888418175" sldId="344"/>
            <ac:picMk id="25" creationId="{84D1A86C-3BA0-973D-3A07-147A42EBC2E5}"/>
          </ac:picMkLst>
        </pc:picChg>
        <pc:picChg chg="add mod">
          <ac:chgData name="Jessica Johnson" userId="2fa3b05a-0f24-4f04-bd66-8b91b06ff392" providerId="ADAL" clId="{C31B7D75-9B44-A84E-975F-5F539E5F8CDC}" dt="2025-07-16T14:16:05.495" v="2275" actId="1076"/>
          <ac:picMkLst>
            <pc:docMk/>
            <pc:sldMk cId="2888418175" sldId="344"/>
            <ac:picMk id="26" creationId="{A96B4F61-89AE-8E7C-BCF2-EF4F7E15C33C}"/>
          </ac:picMkLst>
        </pc:picChg>
        <pc:picChg chg="add mod">
          <ac:chgData name="Jessica Johnson" userId="2fa3b05a-0f24-4f04-bd66-8b91b06ff392" providerId="ADAL" clId="{C31B7D75-9B44-A84E-975F-5F539E5F8CDC}" dt="2025-07-16T14:17:03.828" v="2325" actId="1076"/>
          <ac:picMkLst>
            <pc:docMk/>
            <pc:sldMk cId="2888418175" sldId="344"/>
            <ac:picMk id="27" creationId="{2235AF7D-0356-CBE5-E14F-9E45541C61FF}"/>
          </ac:picMkLst>
        </pc:picChg>
        <pc:picChg chg="add mod">
          <ac:chgData name="Jessica Johnson" userId="2fa3b05a-0f24-4f04-bd66-8b91b06ff392" providerId="ADAL" clId="{C31B7D75-9B44-A84E-975F-5F539E5F8CDC}" dt="2025-07-16T14:17:03.828" v="2325" actId="1076"/>
          <ac:picMkLst>
            <pc:docMk/>
            <pc:sldMk cId="2888418175" sldId="344"/>
            <ac:picMk id="28" creationId="{4EE834FB-3CD7-91F7-B1DD-AE45419B4C38}"/>
          </ac:picMkLst>
        </pc:picChg>
        <pc:picChg chg="add mod">
          <ac:chgData name="Jessica Johnson" userId="2fa3b05a-0f24-4f04-bd66-8b91b06ff392" providerId="ADAL" clId="{C31B7D75-9B44-A84E-975F-5F539E5F8CDC}" dt="2025-07-16T14:17:03.828" v="2325" actId="1076"/>
          <ac:picMkLst>
            <pc:docMk/>
            <pc:sldMk cId="2888418175" sldId="344"/>
            <ac:picMk id="29" creationId="{22C66B2B-91A0-1C24-A9D3-3176B609FDDE}"/>
          </ac:picMkLst>
        </pc:picChg>
        <pc:picChg chg="add mod">
          <ac:chgData name="Jessica Johnson" userId="2fa3b05a-0f24-4f04-bd66-8b91b06ff392" providerId="ADAL" clId="{C31B7D75-9B44-A84E-975F-5F539E5F8CDC}" dt="2025-07-16T14:17:42.558" v="2370"/>
          <ac:picMkLst>
            <pc:docMk/>
            <pc:sldMk cId="2888418175" sldId="344"/>
            <ac:picMk id="30" creationId="{1F8FD063-CA7F-BB35-059E-D1A1B2D84FCE}"/>
          </ac:picMkLst>
        </pc:picChg>
        <pc:picChg chg="add mod">
          <ac:chgData name="Jessica Johnson" userId="2fa3b05a-0f24-4f04-bd66-8b91b06ff392" providerId="ADAL" clId="{C31B7D75-9B44-A84E-975F-5F539E5F8CDC}" dt="2025-07-16T14:17:48.016" v="2371" actId="1076"/>
          <ac:picMkLst>
            <pc:docMk/>
            <pc:sldMk cId="2888418175" sldId="344"/>
            <ac:picMk id="31" creationId="{F1A44954-2B67-0628-A2BF-25091ECAED87}"/>
          </ac:picMkLst>
        </pc:picChg>
        <pc:picChg chg="add mod">
          <ac:chgData name="Jessica Johnson" userId="2fa3b05a-0f24-4f04-bd66-8b91b06ff392" providerId="ADAL" clId="{C31B7D75-9B44-A84E-975F-5F539E5F8CDC}" dt="2025-07-16T14:17:48.016" v="2371" actId="1076"/>
          <ac:picMkLst>
            <pc:docMk/>
            <pc:sldMk cId="2888418175" sldId="344"/>
            <ac:picMk id="32" creationId="{FAF5C2DA-BEBB-0213-FCB2-DCD7BA16D17A}"/>
          </ac:picMkLst>
        </pc:picChg>
        <pc:picChg chg="add mod">
          <ac:chgData name="Jessica Johnson" userId="2fa3b05a-0f24-4f04-bd66-8b91b06ff392" providerId="ADAL" clId="{C31B7D75-9B44-A84E-975F-5F539E5F8CDC}" dt="2025-07-16T14:17:50.484" v="2372" actId="1076"/>
          <ac:picMkLst>
            <pc:docMk/>
            <pc:sldMk cId="2888418175" sldId="344"/>
            <ac:picMk id="33" creationId="{44F04365-6FA8-F4CF-0E75-7160EA14B2BF}"/>
          </ac:picMkLst>
        </pc:picChg>
        <pc:picChg chg="add mod">
          <ac:chgData name="Jessica Johnson" userId="2fa3b05a-0f24-4f04-bd66-8b91b06ff392" providerId="ADAL" clId="{C31B7D75-9B44-A84E-975F-5F539E5F8CDC}" dt="2025-07-16T14:18:39.452" v="2422"/>
          <ac:picMkLst>
            <pc:docMk/>
            <pc:sldMk cId="2888418175" sldId="344"/>
            <ac:picMk id="34" creationId="{2AF0BB6E-B8E8-B22B-03A2-F9F391927D90}"/>
          </ac:picMkLst>
        </pc:picChg>
        <pc:picChg chg="add mod">
          <ac:chgData name="Jessica Johnson" userId="2fa3b05a-0f24-4f04-bd66-8b91b06ff392" providerId="ADAL" clId="{C31B7D75-9B44-A84E-975F-5F539E5F8CDC}" dt="2025-07-16T14:18:53.431" v="2434" actId="1076"/>
          <ac:picMkLst>
            <pc:docMk/>
            <pc:sldMk cId="2888418175" sldId="344"/>
            <ac:picMk id="35" creationId="{07791CE0-24A2-6C01-7F19-EC0EB0338F7C}"/>
          </ac:picMkLst>
        </pc:picChg>
        <pc:picChg chg="add mod">
          <ac:chgData name="Jessica Johnson" userId="2fa3b05a-0f24-4f04-bd66-8b91b06ff392" providerId="ADAL" clId="{C31B7D75-9B44-A84E-975F-5F539E5F8CDC}" dt="2025-07-16T14:19:09.741" v="2440" actId="1076"/>
          <ac:picMkLst>
            <pc:docMk/>
            <pc:sldMk cId="2888418175" sldId="344"/>
            <ac:picMk id="36" creationId="{B06E5EFA-FA1D-4558-79AD-F2C9D354DEB7}"/>
          </ac:picMkLst>
        </pc:picChg>
        <pc:picChg chg="add mod">
          <ac:chgData name="Jessica Johnson" userId="2fa3b05a-0f24-4f04-bd66-8b91b06ff392" providerId="ADAL" clId="{C31B7D75-9B44-A84E-975F-5F539E5F8CDC}" dt="2025-07-16T14:19:09.741" v="2440" actId="1076"/>
          <ac:picMkLst>
            <pc:docMk/>
            <pc:sldMk cId="2888418175" sldId="344"/>
            <ac:picMk id="37" creationId="{134BBF10-7984-2462-F30E-35D672BAB335}"/>
          </ac:picMkLst>
        </pc:picChg>
        <pc:picChg chg="add mod">
          <ac:chgData name="Jessica Johnson" userId="2fa3b05a-0f24-4f04-bd66-8b91b06ff392" providerId="ADAL" clId="{C31B7D75-9B44-A84E-975F-5F539E5F8CDC}" dt="2025-07-16T14:24:51.706" v="2453" actId="1076"/>
          <ac:picMkLst>
            <pc:docMk/>
            <pc:sldMk cId="2888418175" sldId="344"/>
            <ac:picMk id="38" creationId="{90B3A55F-AE02-237F-A28E-E1167EB4A035}"/>
          </ac:picMkLst>
        </pc:picChg>
        <pc:picChg chg="add mod">
          <ac:chgData name="Jessica Johnson" userId="2fa3b05a-0f24-4f04-bd66-8b91b06ff392" providerId="ADAL" clId="{C31B7D75-9B44-A84E-975F-5F539E5F8CDC}" dt="2025-07-16T14:24:51.706" v="2453" actId="1076"/>
          <ac:picMkLst>
            <pc:docMk/>
            <pc:sldMk cId="2888418175" sldId="344"/>
            <ac:picMk id="39" creationId="{F27C3796-3D1F-5B26-5DA8-94F52E8DD569}"/>
          </ac:picMkLst>
        </pc:picChg>
        <pc:picChg chg="add mod">
          <ac:chgData name="Jessica Johnson" userId="2fa3b05a-0f24-4f04-bd66-8b91b06ff392" providerId="ADAL" clId="{C31B7D75-9B44-A84E-975F-5F539E5F8CDC}" dt="2025-07-16T14:24:51.706" v="2453" actId="1076"/>
          <ac:picMkLst>
            <pc:docMk/>
            <pc:sldMk cId="2888418175" sldId="344"/>
            <ac:picMk id="40" creationId="{8B8AD2E2-1DE5-681F-F1CA-94CC41A03E19}"/>
          </ac:picMkLst>
        </pc:picChg>
        <pc:picChg chg="add mod">
          <ac:chgData name="Jessica Johnson" userId="2fa3b05a-0f24-4f04-bd66-8b91b06ff392" providerId="ADAL" clId="{C31B7D75-9B44-A84E-975F-5F539E5F8CDC}" dt="2025-07-16T14:24:51.706" v="2453" actId="1076"/>
          <ac:picMkLst>
            <pc:docMk/>
            <pc:sldMk cId="2888418175" sldId="344"/>
            <ac:picMk id="41" creationId="{8721E501-F980-8D1E-213B-6EE5EE08DECD}"/>
          </ac:picMkLst>
        </pc:picChg>
        <pc:picChg chg="add mod">
          <ac:chgData name="Jessica Johnson" userId="2fa3b05a-0f24-4f04-bd66-8b91b06ff392" providerId="ADAL" clId="{C31B7D75-9B44-A84E-975F-5F539E5F8CDC}" dt="2025-07-16T14:25:37.340" v="2506" actId="1076"/>
          <ac:picMkLst>
            <pc:docMk/>
            <pc:sldMk cId="2888418175" sldId="344"/>
            <ac:picMk id="42" creationId="{F26BBF63-C227-102C-BD29-B8453D5E7FB2}"/>
          </ac:picMkLst>
        </pc:picChg>
        <pc:picChg chg="add mod">
          <ac:chgData name="Jessica Johnson" userId="2fa3b05a-0f24-4f04-bd66-8b91b06ff392" providerId="ADAL" clId="{C31B7D75-9B44-A84E-975F-5F539E5F8CDC}" dt="2025-07-16T14:25:57.098" v="2518" actId="1076"/>
          <ac:picMkLst>
            <pc:docMk/>
            <pc:sldMk cId="2888418175" sldId="344"/>
            <ac:picMk id="43" creationId="{626934E5-E5B1-9D48-301D-EC029A440552}"/>
          </ac:picMkLst>
        </pc:picChg>
        <pc:picChg chg="add mod">
          <ac:chgData name="Jessica Johnson" userId="2fa3b05a-0f24-4f04-bd66-8b91b06ff392" providerId="ADAL" clId="{C31B7D75-9B44-A84E-975F-5F539E5F8CDC}" dt="2025-07-16T14:26:18.714" v="2531" actId="1076"/>
          <ac:picMkLst>
            <pc:docMk/>
            <pc:sldMk cId="2888418175" sldId="344"/>
            <ac:picMk id="44" creationId="{9E9006E2-662C-4071-6F62-7EB1DFC74269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6T19:24:06.667" v="3408" actId="478"/>
        <pc:sldMkLst>
          <pc:docMk/>
          <pc:sldMk cId="2372796122" sldId="345"/>
        </pc:sldMkLst>
        <pc:spChg chg="mod">
          <ac:chgData name="Jessica Johnson" userId="2fa3b05a-0f24-4f04-bd66-8b91b06ff392" providerId="ADAL" clId="{C31B7D75-9B44-A84E-975F-5F539E5F8CDC}" dt="2025-07-16T19:14:55.434" v="3370" actId="20577"/>
          <ac:spMkLst>
            <pc:docMk/>
            <pc:sldMk cId="2372796122" sldId="345"/>
            <ac:spMk id="2" creationId="{826229F1-5582-24C8-B818-85514AA27685}"/>
          </ac:spMkLst>
        </pc:spChg>
        <pc:spChg chg="mod">
          <ac:chgData name="Jessica Johnson" userId="2fa3b05a-0f24-4f04-bd66-8b91b06ff392" providerId="ADAL" clId="{C31B7D75-9B44-A84E-975F-5F539E5F8CDC}" dt="2025-07-16T14:53:49.404" v="2573" actId="20577"/>
          <ac:spMkLst>
            <pc:docMk/>
            <pc:sldMk cId="2372796122" sldId="345"/>
            <ac:spMk id="3" creationId="{2448827B-F6E7-6948-8582-214234BD82E2}"/>
          </ac:spMkLst>
        </pc:spChg>
        <pc:spChg chg="mod">
          <ac:chgData name="Jessica Johnson" userId="2fa3b05a-0f24-4f04-bd66-8b91b06ff392" providerId="ADAL" clId="{C31B7D75-9B44-A84E-975F-5F539E5F8CDC}" dt="2025-07-16T14:55:11.023" v="2581" actId="20577"/>
          <ac:spMkLst>
            <pc:docMk/>
            <pc:sldMk cId="2372796122" sldId="345"/>
            <ac:spMk id="4" creationId="{859CFB2D-E71D-DF87-094E-1D0DB0FF4C63}"/>
          </ac:spMkLst>
        </pc:spChg>
        <pc:spChg chg="mod">
          <ac:chgData name="Jessica Johnson" userId="2fa3b05a-0f24-4f04-bd66-8b91b06ff392" providerId="ADAL" clId="{C31B7D75-9B44-A84E-975F-5F539E5F8CDC}" dt="2025-07-16T14:55:31.768" v="2617" actId="20577"/>
          <ac:spMkLst>
            <pc:docMk/>
            <pc:sldMk cId="2372796122" sldId="345"/>
            <ac:spMk id="5" creationId="{C1156AB3-8190-EEBC-E290-A36AF43BB643}"/>
          </ac:spMkLst>
        </pc:spChg>
        <pc:spChg chg="mod">
          <ac:chgData name="Jessica Johnson" userId="2fa3b05a-0f24-4f04-bd66-8b91b06ff392" providerId="ADAL" clId="{C31B7D75-9B44-A84E-975F-5F539E5F8CDC}" dt="2025-07-16T14:55:27.314" v="2604" actId="20577"/>
          <ac:spMkLst>
            <pc:docMk/>
            <pc:sldMk cId="2372796122" sldId="345"/>
            <ac:spMk id="6" creationId="{9612CE85-E52F-5875-C61D-4CD2E2C3142D}"/>
          </ac:spMkLst>
        </pc:spChg>
        <pc:spChg chg="mod">
          <ac:chgData name="Jessica Johnson" userId="2fa3b05a-0f24-4f04-bd66-8b91b06ff392" providerId="ADAL" clId="{C31B7D75-9B44-A84E-975F-5F539E5F8CDC}" dt="2025-07-16T14:55:40.475" v="2623" actId="20577"/>
          <ac:spMkLst>
            <pc:docMk/>
            <pc:sldMk cId="2372796122" sldId="345"/>
            <ac:spMk id="7" creationId="{FD750434-0806-E1E4-DAB2-421785DEFB14}"/>
          </ac:spMkLst>
        </pc:spChg>
        <pc:spChg chg="mod">
          <ac:chgData name="Jessica Johnson" userId="2fa3b05a-0f24-4f04-bd66-8b91b06ff392" providerId="ADAL" clId="{C31B7D75-9B44-A84E-975F-5F539E5F8CDC}" dt="2025-07-16T14:55:42.750" v="2628" actId="20577"/>
          <ac:spMkLst>
            <pc:docMk/>
            <pc:sldMk cId="2372796122" sldId="345"/>
            <ac:spMk id="8" creationId="{75DF8721-DB12-41D3-FE7F-5704801311F4}"/>
          </ac:spMkLst>
        </pc:spChg>
        <pc:spChg chg="mod">
          <ac:chgData name="Jessica Johnson" userId="2fa3b05a-0f24-4f04-bd66-8b91b06ff392" providerId="ADAL" clId="{C31B7D75-9B44-A84E-975F-5F539E5F8CDC}" dt="2025-07-16T14:57:05.183" v="2716" actId="20577"/>
          <ac:spMkLst>
            <pc:docMk/>
            <pc:sldMk cId="2372796122" sldId="345"/>
            <ac:spMk id="9" creationId="{64468A23-6F2B-D4D0-250C-891B57A4B902}"/>
          </ac:spMkLst>
        </pc:spChg>
        <pc:spChg chg="mod">
          <ac:chgData name="Jessica Johnson" userId="2fa3b05a-0f24-4f04-bd66-8b91b06ff392" providerId="ADAL" clId="{C31B7D75-9B44-A84E-975F-5F539E5F8CDC}" dt="2025-07-16T14:56:17.143" v="2645" actId="20577"/>
          <ac:spMkLst>
            <pc:docMk/>
            <pc:sldMk cId="2372796122" sldId="345"/>
            <ac:spMk id="10" creationId="{FC468AEB-B8E0-5EAD-CEC9-B900B276B886}"/>
          </ac:spMkLst>
        </pc:spChg>
        <pc:spChg chg="mod">
          <ac:chgData name="Jessica Johnson" userId="2fa3b05a-0f24-4f04-bd66-8b91b06ff392" providerId="ADAL" clId="{C31B7D75-9B44-A84E-975F-5F539E5F8CDC}" dt="2025-07-16T14:56:19.778" v="2651" actId="20577"/>
          <ac:spMkLst>
            <pc:docMk/>
            <pc:sldMk cId="2372796122" sldId="345"/>
            <ac:spMk id="11" creationId="{6849695A-BE94-F7DC-FCCD-E8474C154985}"/>
          </ac:spMkLst>
        </pc:spChg>
        <pc:spChg chg="mod">
          <ac:chgData name="Jessica Johnson" userId="2fa3b05a-0f24-4f04-bd66-8b91b06ff392" providerId="ADAL" clId="{C31B7D75-9B44-A84E-975F-5F539E5F8CDC}" dt="2025-07-16T14:56:23.323" v="2657" actId="20577"/>
          <ac:spMkLst>
            <pc:docMk/>
            <pc:sldMk cId="2372796122" sldId="345"/>
            <ac:spMk id="12" creationId="{759B0810-C0F6-55DD-2780-E4B6F0CE6F89}"/>
          </ac:spMkLst>
        </pc:spChg>
        <pc:spChg chg="mod">
          <ac:chgData name="Jessica Johnson" userId="2fa3b05a-0f24-4f04-bd66-8b91b06ff392" providerId="ADAL" clId="{C31B7D75-9B44-A84E-975F-5F539E5F8CDC}" dt="2025-07-16T14:56:25.458" v="2662" actId="20577"/>
          <ac:spMkLst>
            <pc:docMk/>
            <pc:sldMk cId="2372796122" sldId="345"/>
            <ac:spMk id="13" creationId="{7716D38E-0CB4-65DC-F17F-BB1449CBDDC0}"/>
          </ac:spMkLst>
        </pc:spChg>
        <pc:spChg chg="mod">
          <ac:chgData name="Jessica Johnson" userId="2fa3b05a-0f24-4f04-bd66-8b91b06ff392" providerId="ADAL" clId="{C31B7D75-9B44-A84E-975F-5F539E5F8CDC}" dt="2025-07-16T14:56:29.453" v="2667" actId="20577"/>
          <ac:spMkLst>
            <pc:docMk/>
            <pc:sldMk cId="2372796122" sldId="345"/>
            <ac:spMk id="14" creationId="{C2D65310-8A2F-307A-F0C4-AF28ECB2A5D9}"/>
          </ac:spMkLst>
        </pc:spChg>
        <pc:spChg chg="mod">
          <ac:chgData name="Jessica Johnson" userId="2fa3b05a-0f24-4f04-bd66-8b91b06ff392" providerId="ADAL" clId="{C31B7D75-9B44-A84E-975F-5F539E5F8CDC}" dt="2025-07-16T14:56:35.585" v="2674" actId="20577"/>
          <ac:spMkLst>
            <pc:docMk/>
            <pc:sldMk cId="2372796122" sldId="345"/>
            <ac:spMk id="15" creationId="{4A790492-4A5C-1DBD-1CF9-16AF22D8E4EF}"/>
          </ac:spMkLst>
        </pc:spChg>
        <pc:spChg chg="mod">
          <ac:chgData name="Jessica Johnson" userId="2fa3b05a-0f24-4f04-bd66-8b91b06ff392" providerId="ADAL" clId="{C31B7D75-9B44-A84E-975F-5F539E5F8CDC}" dt="2025-07-16T14:56:40.321" v="2683" actId="20577"/>
          <ac:spMkLst>
            <pc:docMk/>
            <pc:sldMk cId="2372796122" sldId="345"/>
            <ac:spMk id="16" creationId="{5C656721-204E-30B1-C3AF-75348E930341}"/>
          </ac:spMkLst>
        </pc:spChg>
        <pc:spChg chg="mod">
          <ac:chgData name="Jessica Johnson" userId="2fa3b05a-0f24-4f04-bd66-8b91b06ff392" providerId="ADAL" clId="{C31B7D75-9B44-A84E-975F-5F539E5F8CDC}" dt="2025-07-16T14:56:47.639" v="2691" actId="20577"/>
          <ac:spMkLst>
            <pc:docMk/>
            <pc:sldMk cId="2372796122" sldId="345"/>
            <ac:spMk id="17" creationId="{9430A4C2-8930-3B0C-A493-80E5F4127B55}"/>
          </ac:spMkLst>
        </pc:spChg>
        <pc:spChg chg="mod">
          <ac:chgData name="Jessica Johnson" userId="2fa3b05a-0f24-4f04-bd66-8b91b06ff392" providerId="ADAL" clId="{C31B7D75-9B44-A84E-975F-5F539E5F8CDC}" dt="2025-07-16T14:56:51.361" v="2702" actId="20577"/>
          <ac:spMkLst>
            <pc:docMk/>
            <pc:sldMk cId="2372796122" sldId="345"/>
            <ac:spMk id="18" creationId="{C7854315-6115-5C06-1DD5-2F58F2E276D1}"/>
          </ac:spMkLst>
        </pc:spChg>
        <pc:spChg chg="del">
          <ac:chgData name="Jessica Johnson" userId="2fa3b05a-0f24-4f04-bd66-8b91b06ff392" providerId="ADAL" clId="{C31B7D75-9B44-A84E-975F-5F539E5F8CDC}" dt="2025-07-16T19:24:06.667" v="3408" actId="478"/>
          <ac:spMkLst>
            <pc:docMk/>
            <pc:sldMk cId="2372796122" sldId="345"/>
            <ac:spMk id="19" creationId="{24CB937D-89B2-31D5-4521-E81CE928C7B3}"/>
          </ac:spMkLst>
        </pc:spChg>
        <pc:spChg chg="del">
          <ac:chgData name="Jessica Johnson" userId="2fa3b05a-0f24-4f04-bd66-8b91b06ff392" providerId="ADAL" clId="{C31B7D75-9B44-A84E-975F-5F539E5F8CDC}" dt="2025-07-16T19:24:06.667" v="3408" actId="478"/>
          <ac:spMkLst>
            <pc:docMk/>
            <pc:sldMk cId="2372796122" sldId="345"/>
            <ac:spMk id="20" creationId="{953DFC4E-0B62-483A-363B-D55DB83C8275}"/>
          </ac:spMkLst>
        </pc:spChg>
        <pc:spChg chg="del">
          <ac:chgData name="Jessica Johnson" userId="2fa3b05a-0f24-4f04-bd66-8b91b06ff392" providerId="ADAL" clId="{C31B7D75-9B44-A84E-975F-5F539E5F8CDC}" dt="2025-07-16T19:24:06.667" v="3408" actId="478"/>
          <ac:spMkLst>
            <pc:docMk/>
            <pc:sldMk cId="2372796122" sldId="345"/>
            <ac:spMk id="21" creationId="{2831F519-9391-EE3D-2D26-5D0223658779}"/>
          </ac:spMkLst>
        </pc:spChg>
        <pc:spChg chg="del">
          <ac:chgData name="Jessica Johnson" userId="2fa3b05a-0f24-4f04-bd66-8b91b06ff392" providerId="ADAL" clId="{C31B7D75-9B44-A84E-975F-5F539E5F8CDC}" dt="2025-07-16T19:24:06.667" v="3408" actId="478"/>
          <ac:spMkLst>
            <pc:docMk/>
            <pc:sldMk cId="2372796122" sldId="345"/>
            <ac:spMk id="22" creationId="{A2A78DC3-FBE7-ADBC-F620-94C8F7D2977B}"/>
          </ac:spMkLst>
        </pc:spChg>
        <pc:spChg chg="del">
          <ac:chgData name="Jessica Johnson" userId="2fa3b05a-0f24-4f04-bd66-8b91b06ff392" providerId="ADAL" clId="{C31B7D75-9B44-A84E-975F-5F539E5F8CDC}" dt="2025-07-16T19:24:06.667" v="3408" actId="478"/>
          <ac:spMkLst>
            <pc:docMk/>
            <pc:sldMk cId="2372796122" sldId="345"/>
            <ac:spMk id="23" creationId="{30831BBE-0976-FD8B-732B-51740FE0F192}"/>
          </ac:spMkLst>
        </pc:spChg>
        <pc:picChg chg="add mod">
          <ac:chgData name="Jessica Johnson" userId="2fa3b05a-0f24-4f04-bd66-8b91b06ff392" providerId="ADAL" clId="{C31B7D75-9B44-A84E-975F-5F539E5F8CDC}" dt="2025-07-16T14:56:00.605" v="2633" actId="1076"/>
          <ac:picMkLst>
            <pc:docMk/>
            <pc:sldMk cId="2372796122" sldId="345"/>
            <ac:picMk id="24" creationId="{4489A985-5C6C-EEC4-8125-F6C68EC4338A}"/>
          </ac:picMkLst>
        </pc:picChg>
        <pc:picChg chg="add mod">
          <ac:chgData name="Jessica Johnson" userId="2fa3b05a-0f24-4f04-bd66-8b91b06ff392" providerId="ADAL" clId="{C31B7D75-9B44-A84E-975F-5F539E5F8CDC}" dt="2025-07-16T14:52:27.030" v="2549" actId="1076"/>
          <ac:picMkLst>
            <pc:docMk/>
            <pc:sldMk cId="2372796122" sldId="345"/>
            <ac:picMk id="25" creationId="{816AC692-2994-FEEF-8500-617503B9966A}"/>
          </ac:picMkLst>
        </pc:picChg>
        <pc:picChg chg="add mod">
          <ac:chgData name="Jessica Johnson" userId="2fa3b05a-0f24-4f04-bd66-8b91b06ff392" providerId="ADAL" clId="{C31B7D75-9B44-A84E-975F-5F539E5F8CDC}" dt="2025-07-16T14:56:44.294" v="2684" actId="1076"/>
          <ac:picMkLst>
            <pc:docMk/>
            <pc:sldMk cId="2372796122" sldId="345"/>
            <ac:picMk id="26" creationId="{62A4FB23-809A-E7E6-B430-79BE8FE9E9CC}"/>
          </ac:picMkLst>
        </pc:picChg>
        <pc:picChg chg="add mod">
          <ac:chgData name="Jessica Johnson" userId="2fa3b05a-0f24-4f04-bd66-8b91b06ff392" providerId="ADAL" clId="{C31B7D75-9B44-A84E-975F-5F539E5F8CDC}" dt="2025-07-16T14:56:44.294" v="2684" actId="1076"/>
          <ac:picMkLst>
            <pc:docMk/>
            <pc:sldMk cId="2372796122" sldId="345"/>
            <ac:picMk id="27" creationId="{7A2FC6BF-492D-E342-D51C-749DBA50AD6D}"/>
          </ac:picMkLst>
        </pc:picChg>
        <pc:picChg chg="add mod">
          <ac:chgData name="Jessica Johnson" userId="2fa3b05a-0f24-4f04-bd66-8b91b06ff392" providerId="ADAL" clId="{C31B7D75-9B44-A84E-975F-5F539E5F8CDC}" dt="2025-07-16T14:54:00.921" v="2574" actId="1076"/>
          <ac:picMkLst>
            <pc:docMk/>
            <pc:sldMk cId="2372796122" sldId="345"/>
            <ac:picMk id="28" creationId="{F348D42F-81CE-23A8-804A-D59DC6FF57E9}"/>
          </ac:picMkLst>
        </pc:picChg>
        <pc:picChg chg="add mod">
          <ac:chgData name="Jessica Johnson" userId="2fa3b05a-0f24-4f04-bd66-8b91b06ff392" providerId="ADAL" clId="{C31B7D75-9B44-A84E-975F-5F539E5F8CDC}" dt="2025-07-16T14:53:02.434" v="2555" actId="1076"/>
          <ac:picMkLst>
            <pc:docMk/>
            <pc:sldMk cId="2372796122" sldId="345"/>
            <ac:picMk id="29" creationId="{B1B55A32-2288-1D12-3565-8FCBF3A60077}"/>
          </ac:picMkLst>
        </pc:picChg>
        <pc:picChg chg="add mod">
          <ac:chgData name="Jessica Johnson" userId="2fa3b05a-0f24-4f04-bd66-8b91b06ff392" providerId="ADAL" clId="{C31B7D75-9B44-A84E-975F-5F539E5F8CDC}" dt="2025-07-16T14:53:02.434" v="2555" actId="1076"/>
          <ac:picMkLst>
            <pc:docMk/>
            <pc:sldMk cId="2372796122" sldId="345"/>
            <ac:picMk id="30" creationId="{A8C57E08-FB20-1C88-8E6B-598D3F22CB34}"/>
          </ac:picMkLst>
        </pc:picChg>
        <pc:picChg chg="add mod">
          <ac:chgData name="Jessica Johnson" userId="2fa3b05a-0f24-4f04-bd66-8b91b06ff392" providerId="ADAL" clId="{C31B7D75-9B44-A84E-975F-5F539E5F8CDC}" dt="2025-07-16T14:55:37.435" v="2618" actId="1076"/>
          <ac:picMkLst>
            <pc:docMk/>
            <pc:sldMk cId="2372796122" sldId="345"/>
            <ac:picMk id="31" creationId="{08A87733-10D0-62AF-95C5-4732A7350B53}"/>
          </ac:picMkLst>
        </pc:picChg>
        <pc:picChg chg="add mod">
          <ac:chgData name="Jessica Johnson" userId="2fa3b05a-0f24-4f04-bd66-8b91b06ff392" providerId="ADAL" clId="{C31B7D75-9B44-A84E-975F-5F539E5F8CDC}" dt="2025-07-16T14:52:58.468" v="2554" actId="1076"/>
          <ac:picMkLst>
            <pc:docMk/>
            <pc:sldMk cId="2372796122" sldId="345"/>
            <ac:picMk id="32" creationId="{D566C8DB-F427-379B-F191-2F1C74AB07FB}"/>
          </ac:picMkLst>
        </pc:picChg>
        <pc:picChg chg="add mod">
          <ac:chgData name="Jessica Johnson" userId="2fa3b05a-0f24-4f04-bd66-8b91b06ff392" providerId="ADAL" clId="{C31B7D75-9B44-A84E-975F-5F539E5F8CDC}" dt="2025-07-16T14:53:17.502" v="2558" actId="1076"/>
          <ac:picMkLst>
            <pc:docMk/>
            <pc:sldMk cId="2372796122" sldId="345"/>
            <ac:picMk id="33" creationId="{98D6EA8C-41A0-71D0-95C9-AA85AC2762E6}"/>
          </ac:picMkLst>
        </pc:picChg>
        <pc:picChg chg="add mod">
          <ac:chgData name="Jessica Johnson" userId="2fa3b05a-0f24-4f04-bd66-8b91b06ff392" providerId="ADAL" clId="{C31B7D75-9B44-A84E-975F-5F539E5F8CDC}" dt="2025-07-16T14:53:19.491" v="2559" actId="1076"/>
          <ac:picMkLst>
            <pc:docMk/>
            <pc:sldMk cId="2372796122" sldId="345"/>
            <ac:picMk id="34" creationId="{7CF115BD-9A85-343F-9ED0-5B19BEF49D55}"/>
          </ac:picMkLst>
        </pc:picChg>
        <pc:picChg chg="add mod">
          <ac:chgData name="Jessica Johnson" userId="2fa3b05a-0f24-4f04-bd66-8b91b06ff392" providerId="ADAL" clId="{C31B7D75-9B44-A84E-975F-5F539E5F8CDC}" dt="2025-07-16T14:53:29.618" v="2561" actId="1076"/>
          <ac:picMkLst>
            <pc:docMk/>
            <pc:sldMk cId="2372796122" sldId="345"/>
            <ac:picMk id="35" creationId="{B521684D-6A5F-F226-A77F-B6135BC68B36}"/>
          </ac:picMkLst>
        </pc:picChg>
        <pc:picChg chg="add mod">
          <ac:chgData name="Jessica Johnson" userId="2fa3b05a-0f24-4f04-bd66-8b91b06ff392" providerId="ADAL" clId="{C31B7D75-9B44-A84E-975F-5F539E5F8CDC}" dt="2025-07-16T14:53:29.618" v="2561" actId="1076"/>
          <ac:picMkLst>
            <pc:docMk/>
            <pc:sldMk cId="2372796122" sldId="345"/>
            <ac:picMk id="36" creationId="{756D00D4-DFC2-707A-3688-CF3BDC0E6437}"/>
          </ac:picMkLst>
        </pc:picChg>
        <pc:picChg chg="add mod">
          <ac:chgData name="Jessica Johnson" userId="2fa3b05a-0f24-4f04-bd66-8b91b06ff392" providerId="ADAL" clId="{C31B7D75-9B44-A84E-975F-5F539E5F8CDC}" dt="2025-07-16T14:53:41.427" v="2563" actId="1076"/>
          <ac:picMkLst>
            <pc:docMk/>
            <pc:sldMk cId="2372796122" sldId="345"/>
            <ac:picMk id="37" creationId="{D0D3524F-2D0E-2CFF-5BA0-FB2D0FF16B1F}"/>
          </ac:picMkLst>
        </pc:picChg>
        <pc:picChg chg="add mod">
          <ac:chgData name="Jessica Johnson" userId="2fa3b05a-0f24-4f04-bd66-8b91b06ff392" providerId="ADAL" clId="{C31B7D75-9B44-A84E-975F-5F539E5F8CDC}" dt="2025-07-16T14:53:46.344" v="2564" actId="1076"/>
          <ac:picMkLst>
            <pc:docMk/>
            <pc:sldMk cId="2372796122" sldId="345"/>
            <ac:picMk id="38" creationId="{3B20AE8A-8B04-DDE7-3CF2-8FB861A32729}"/>
          </ac:picMkLst>
        </pc:picChg>
        <pc:picChg chg="add mod">
          <ac:chgData name="Jessica Johnson" userId="2fa3b05a-0f24-4f04-bd66-8b91b06ff392" providerId="ADAL" clId="{C31B7D75-9B44-A84E-975F-5F539E5F8CDC}" dt="2025-07-16T14:53:46.344" v="2564" actId="1076"/>
          <ac:picMkLst>
            <pc:docMk/>
            <pc:sldMk cId="2372796122" sldId="345"/>
            <ac:picMk id="39" creationId="{CBDDBDF5-6C96-3BDD-C00D-8DE64281669D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6T15:22:20.354" v="3355" actId="20577"/>
        <pc:sldMkLst>
          <pc:docMk/>
          <pc:sldMk cId="27961094" sldId="346"/>
        </pc:sldMkLst>
        <pc:spChg chg="mod">
          <ac:chgData name="Jessica Johnson" userId="2fa3b05a-0f24-4f04-bd66-8b91b06ff392" providerId="ADAL" clId="{C31B7D75-9B44-A84E-975F-5F539E5F8CDC}" dt="2025-07-16T15:22:20.354" v="3355" actId="20577"/>
          <ac:spMkLst>
            <pc:docMk/>
            <pc:sldMk cId="27961094" sldId="346"/>
            <ac:spMk id="2" creationId="{14687DC5-1527-6C08-DA8C-F9E365ABF6C4}"/>
          </ac:spMkLst>
        </pc:spChg>
        <pc:spChg chg="mod">
          <ac:chgData name="Jessica Johnson" userId="2fa3b05a-0f24-4f04-bd66-8b91b06ff392" providerId="ADAL" clId="{C31B7D75-9B44-A84E-975F-5F539E5F8CDC}" dt="2025-07-16T15:16:47.408" v="3072" actId="20577"/>
          <ac:spMkLst>
            <pc:docMk/>
            <pc:sldMk cId="27961094" sldId="346"/>
            <ac:spMk id="3" creationId="{8071E783-EDC6-5958-D160-9BA6456044EE}"/>
          </ac:spMkLst>
        </pc:spChg>
        <pc:spChg chg="mod">
          <ac:chgData name="Jessica Johnson" userId="2fa3b05a-0f24-4f04-bd66-8b91b06ff392" providerId="ADAL" clId="{C31B7D75-9B44-A84E-975F-5F539E5F8CDC}" dt="2025-07-16T15:16:54.567" v="3093" actId="20577"/>
          <ac:spMkLst>
            <pc:docMk/>
            <pc:sldMk cId="27961094" sldId="346"/>
            <ac:spMk id="4" creationId="{96158155-DE6F-E9D9-2E7E-E21324532C88}"/>
          </ac:spMkLst>
        </pc:spChg>
        <pc:spChg chg="mod">
          <ac:chgData name="Jessica Johnson" userId="2fa3b05a-0f24-4f04-bd66-8b91b06ff392" providerId="ADAL" clId="{C31B7D75-9B44-A84E-975F-5F539E5F8CDC}" dt="2025-07-16T15:17:04.276" v="3113" actId="20577"/>
          <ac:spMkLst>
            <pc:docMk/>
            <pc:sldMk cId="27961094" sldId="346"/>
            <ac:spMk id="5" creationId="{A3E319B8-B778-6AB2-A383-838BFFF0D3A5}"/>
          </ac:spMkLst>
        </pc:spChg>
        <pc:spChg chg="mod">
          <ac:chgData name="Jessica Johnson" userId="2fa3b05a-0f24-4f04-bd66-8b91b06ff392" providerId="ADAL" clId="{C31B7D75-9B44-A84E-975F-5F539E5F8CDC}" dt="2025-07-16T15:17:07.445" v="3116" actId="20577"/>
          <ac:spMkLst>
            <pc:docMk/>
            <pc:sldMk cId="27961094" sldId="346"/>
            <ac:spMk id="6" creationId="{FF71CC73-5EFC-4FCB-D84E-67BBB14A16C5}"/>
          </ac:spMkLst>
        </pc:spChg>
        <pc:spChg chg="mod">
          <ac:chgData name="Jessica Johnson" userId="2fa3b05a-0f24-4f04-bd66-8b91b06ff392" providerId="ADAL" clId="{C31B7D75-9B44-A84E-975F-5F539E5F8CDC}" dt="2025-07-16T15:17:09.686" v="3120" actId="20577"/>
          <ac:spMkLst>
            <pc:docMk/>
            <pc:sldMk cId="27961094" sldId="346"/>
            <ac:spMk id="7" creationId="{0AC6BB98-4FC9-5AAC-7A97-2857C70BCD1C}"/>
          </ac:spMkLst>
        </pc:spChg>
        <pc:spChg chg="mod">
          <ac:chgData name="Jessica Johnson" userId="2fa3b05a-0f24-4f04-bd66-8b91b06ff392" providerId="ADAL" clId="{C31B7D75-9B44-A84E-975F-5F539E5F8CDC}" dt="2025-07-16T15:17:13.702" v="3129" actId="20577"/>
          <ac:spMkLst>
            <pc:docMk/>
            <pc:sldMk cId="27961094" sldId="346"/>
            <ac:spMk id="8" creationId="{4F6E7523-096F-360B-9BD4-FC0A53B24E11}"/>
          </ac:spMkLst>
        </pc:spChg>
        <pc:spChg chg="mod">
          <ac:chgData name="Jessica Johnson" userId="2fa3b05a-0f24-4f04-bd66-8b91b06ff392" providerId="ADAL" clId="{C31B7D75-9B44-A84E-975F-5F539E5F8CDC}" dt="2025-07-16T15:17:21.488" v="3144" actId="20577"/>
          <ac:spMkLst>
            <pc:docMk/>
            <pc:sldMk cId="27961094" sldId="346"/>
            <ac:spMk id="9" creationId="{219F3778-9657-4D14-CD24-C9FA9E912AAD}"/>
          </ac:spMkLst>
        </pc:spChg>
        <pc:spChg chg="mod">
          <ac:chgData name="Jessica Johnson" userId="2fa3b05a-0f24-4f04-bd66-8b91b06ff392" providerId="ADAL" clId="{C31B7D75-9B44-A84E-975F-5F539E5F8CDC}" dt="2025-07-16T15:17:24.472" v="3149" actId="20577"/>
          <ac:spMkLst>
            <pc:docMk/>
            <pc:sldMk cId="27961094" sldId="346"/>
            <ac:spMk id="10" creationId="{35CEC6EC-786B-629F-5F26-06AE55CC0CC6}"/>
          </ac:spMkLst>
        </pc:spChg>
        <pc:spChg chg="mod">
          <ac:chgData name="Jessica Johnson" userId="2fa3b05a-0f24-4f04-bd66-8b91b06ff392" providerId="ADAL" clId="{C31B7D75-9B44-A84E-975F-5F539E5F8CDC}" dt="2025-07-16T15:19:30.714" v="3217" actId="20577"/>
          <ac:spMkLst>
            <pc:docMk/>
            <pc:sldMk cId="27961094" sldId="346"/>
            <ac:spMk id="11" creationId="{5E098C9C-1D85-78DD-152E-AF9C1C8F04CC}"/>
          </ac:spMkLst>
        </pc:spChg>
        <pc:spChg chg="mod">
          <ac:chgData name="Jessica Johnson" userId="2fa3b05a-0f24-4f04-bd66-8b91b06ff392" providerId="ADAL" clId="{C31B7D75-9B44-A84E-975F-5F539E5F8CDC}" dt="2025-07-16T15:19:52.341" v="3226" actId="20577"/>
          <ac:spMkLst>
            <pc:docMk/>
            <pc:sldMk cId="27961094" sldId="346"/>
            <ac:spMk id="12" creationId="{8665ED6A-3545-4658-BD65-371971C85805}"/>
          </ac:spMkLst>
        </pc:spChg>
        <pc:spChg chg="mod">
          <ac:chgData name="Jessica Johnson" userId="2fa3b05a-0f24-4f04-bd66-8b91b06ff392" providerId="ADAL" clId="{C31B7D75-9B44-A84E-975F-5F539E5F8CDC}" dt="2025-07-16T15:15:42.210" v="2959" actId="20577"/>
          <ac:spMkLst>
            <pc:docMk/>
            <pc:sldMk cId="27961094" sldId="346"/>
            <ac:spMk id="13" creationId="{06AE48AD-C7D5-6A27-C32A-85E84FFA0E26}"/>
          </ac:spMkLst>
        </pc:spChg>
        <pc:spChg chg="mod">
          <ac:chgData name="Jessica Johnson" userId="2fa3b05a-0f24-4f04-bd66-8b91b06ff392" providerId="ADAL" clId="{C31B7D75-9B44-A84E-975F-5F539E5F8CDC}" dt="2025-07-16T15:16:00.708" v="2983" actId="20577"/>
          <ac:spMkLst>
            <pc:docMk/>
            <pc:sldMk cId="27961094" sldId="346"/>
            <ac:spMk id="14" creationId="{2D650270-9FA9-504F-A56C-2FCD7B900098}"/>
          </ac:spMkLst>
        </pc:spChg>
        <pc:spChg chg="mod">
          <ac:chgData name="Jessica Johnson" userId="2fa3b05a-0f24-4f04-bd66-8b91b06ff392" providerId="ADAL" clId="{C31B7D75-9B44-A84E-975F-5F539E5F8CDC}" dt="2025-07-16T15:16:05.127" v="2991" actId="20577"/>
          <ac:spMkLst>
            <pc:docMk/>
            <pc:sldMk cId="27961094" sldId="346"/>
            <ac:spMk id="15" creationId="{B61F0FEC-B650-9B13-210F-6BCC23294A4D}"/>
          </ac:spMkLst>
        </pc:spChg>
        <pc:spChg chg="mod">
          <ac:chgData name="Jessica Johnson" userId="2fa3b05a-0f24-4f04-bd66-8b91b06ff392" providerId="ADAL" clId="{C31B7D75-9B44-A84E-975F-5F539E5F8CDC}" dt="2025-07-16T15:16:10.850" v="3007" actId="20577"/>
          <ac:spMkLst>
            <pc:docMk/>
            <pc:sldMk cId="27961094" sldId="346"/>
            <ac:spMk id="16" creationId="{01EB13F2-CE6C-B451-0C0E-D18BCB7D23AA}"/>
          </ac:spMkLst>
        </pc:spChg>
        <pc:spChg chg="mod">
          <ac:chgData name="Jessica Johnson" userId="2fa3b05a-0f24-4f04-bd66-8b91b06ff392" providerId="ADAL" clId="{C31B7D75-9B44-A84E-975F-5F539E5F8CDC}" dt="2025-07-16T15:16:15.080" v="3014" actId="20577"/>
          <ac:spMkLst>
            <pc:docMk/>
            <pc:sldMk cId="27961094" sldId="346"/>
            <ac:spMk id="17" creationId="{4DD07DB7-E9EE-9FBA-1F26-6249DBE60614}"/>
          </ac:spMkLst>
        </pc:spChg>
        <pc:spChg chg="mod">
          <ac:chgData name="Jessica Johnson" userId="2fa3b05a-0f24-4f04-bd66-8b91b06ff392" providerId="ADAL" clId="{C31B7D75-9B44-A84E-975F-5F539E5F8CDC}" dt="2025-07-16T15:16:18.501" v="3021" actId="20577"/>
          <ac:spMkLst>
            <pc:docMk/>
            <pc:sldMk cId="27961094" sldId="346"/>
            <ac:spMk id="18" creationId="{0461E71E-F2D6-1678-5224-50EF4E12AEA7}"/>
          </ac:spMkLst>
        </pc:spChg>
        <pc:spChg chg="mod">
          <ac:chgData name="Jessica Johnson" userId="2fa3b05a-0f24-4f04-bd66-8b91b06ff392" providerId="ADAL" clId="{C31B7D75-9B44-A84E-975F-5F539E5F8CDC}" dt="2025-07-16T15:16:21.864" v="3027" actId="20577"/>
          <ac:spMkLst>
            <pc:docMk/>
            <pc:sldMk cId="27961094" sldId="346"/>
            <ac:spMk id="19" creationId="{3A3474B3-14EC-EC22-2708-F2CBB2074D47}"/>
          </ac:spMkLst>
        </pc:spChg>
        <pc:spChg chg="mod">
          <ac:chgData name="Jessica Johnson" userId="2fa3b05a-0f24-4f04-bd66-8b91b06ff392" providerId="ADAL" clId="{C31B7D75-9B44-A84E-975F-5F539E5F8CDC}" dt="2025-07-16T15:16:25.986" v="3033" actId="20577"/>
          <ac:spMkLst>
            <pc:docMk/>
            <pc:sldMk cId="27961094" sldId="346"/>
            <ac:spMk id="20" creationId="{2CC4D94F-55C2-FC6B-6FA8-261DE5C59DC6}"/>
          </ac:spMkLst>
        </pc:spChg>
        <pc:spChg chg="mod">
          <ac:chgData name="Jessica Johnson" userId="2fa3b05a-0f24-4f04-bd66-8b91b06ff392" providerId="ADAL" clId="{C31B7D75-9B44-A84E-975F-5F539E5F8CDC}" dt="2025-07-16T15:16:29.918" v="3041" actId="20577"/>
          <ac:spMkLst>
            <pc:docMk/>
            <pc:sldMk cId="27961094" sldId="346"/>
            <ac:spMk id="21" creationId="{7C2DC5DE-93B5-037A-0F67-1B0ACD4D7915}"/>
          </ac:spMkLst>
        </pc:spChg>
        <pc:spChg chg="mod">
          <ac:chgData name="Jessica Johnson" userId="2fa3b05a-0f24-4f04-bd66-8b91b06ff392" providerId="ADAL" clId="{C31B7D75-9B44-A84E-975F-5F539E5F8CDC}" dt="2025-07-16T15:16:34.763" v="3052" actId="20577"/>
          <ac:spMkLst>
            <pc:docMk/>
            <pc:sldMk cId="27961094" sldId="346"/>
            <ac:spMk id="22" creationId="{DB0D6F6D-097B-5552-31B0-26490203FE39}"/>
          </ac:spMkLst>
        </pc:spChg>
        <pc:spChg chg="mod">
          <ac:chgData name="Jessica Johnson" userId="2fa3b05a-0f24-4f04-bd66-8b91b06ff392" providerId="ADAL" clId="{C31B7D75-9B44-A84E-975F-5F539E5F8CDC}" dt="2025-07-16T15:16:37.420" v="3055" actId="20577"/>
          <ac:spMkLst>
            <pc:docMk/>
            <pc:sldMk cId="27961094" sldId="346"/>
            <ac:spMk id="23" creationId="{144C5963-53A2-D53E-A9FE-DC11583FFF93}"/>
          </ac:spMkLst>
        </pc:sp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25" creationId="{56FBE569-D6B9-CC86-2E20-7E62DCD0E977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26" creationId="{6BE0B826-A5C2-D1F7-7D86-172789271F65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28" creationId="{EDDAC696-270A-92B9-2B9A-3A987879945C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29" creationId="{6732B8C8-7DDD-54EE-C04C-E4B05286032F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0" creationId="{446E15AB-D0F7-19C1-0BA0-4051F9BEC980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4" creationId="{D25DBF34-FD0B-D0C7-825E-30C79D7B4493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5" creationId="{726005B6-1246-5A47-9558-46E9489C448A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7" creationId="{45FAF94C-31EC-23B3-EC82-4AAB9876D7AA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8" creationId="{8FEF073C-A539-E20B-856D-9BCE2D3979B2}"/>
          </ac:picMkLst>
        </pc:picChg>
        <pc:picChg chg="add mod">
          <ac:chgData name="Jessica Johnson" userId="2fa3b05a-0f24-4f04-bd66-8b91b06ff392" providerId="ADAL" clId="{C31B7D75-9B44-A84E-975F-5F539E5F8CDC}" dt="2025-07-16T15:15:06.973" v="2935"/>
          <ac:picMkLst>
            <pc:docMk/>
            <pc:sldMk cId="27961094" sldId="346"/>
            <ac:picMk id="39" creationId="{464D49B1-D2E7-C584-E9CA-330FF1836D13}"/>
          </ac:picMkLst>
        </pc:picChg>
        <pc:picChg chg="add del mod">
          <ac:chgData name="Jessica Johnson" userId="2fa3b05a-0f24-4f04-bd66-8b91b06ff392" providerId="ADAL" clId="{C31B7D75-9B44-A84E-975F-5F539E5F8CDC}" dt="2025-07-16T15:19:06.204" v="3206" actId="21"/>
          <ac:picMkLst>
            <pc:docMk/>
            <pc:sldMk cId="27961094" sldId="346"/>
            <ac:picMk id="43" creationId="{F4569204-51FB-3FE9-02D3-2A384D740A95}"/>
          </ac:picMkLst>
        </pc:picChg>
        <pc:picChg chg="add del mod">
          <ac:chgData name="Jessica Johnson" userId="2fa3b05a-0f24-4f04-bd66-8b91b06ff392" providerId="ADAL" clId="{C31B7D75-9B44-A84E-975F-5F539E5F8CDC}" dt="2025-07-16T15:19:06.204" v="3206" actId="21"/>
          <ac:picMkLst>
            <pc:docMk/>
            <pc:sldMk cId="27961094" sldId="346"/>
            <ac:picMk id="44" creationId="{C7955183-9758-F0D3-2E59-4DE6CDC6E0B4}"/>
          </ac:picMkLst>
        </pc:picChg>
        <pc:picChg chg="add mod">
          <ac:chgData name="Jessica Johnson" userId="2fa3b05a-0f24-4f04-bd66-8b91b06ff392" providerId="ADAL" clId="{C31B7D75-9B44-A84E-975F-5F539E5F8CDC}" dt="2025-07-16T15:19:26.439" v="3209" actId="1076"/>
          <ac:picMkLst>
            <pc:docMk/>
            <pc:sldMk cId="27961094" sldId="346"/>
            <ac:picMk id="45" creationId="{6D2F5CD2-0C23-D49C-6C55-C187797EFB27}"/>
          </ac:picMkLst>
        </pc:picChg>
        <pc:picChg chg="add mod">
          <ac:chgData name="Jessica Johnson" userId="2fa3b05a-0f24-4f04-bd66-8b91b06ff392" providerId="ADAL" clId="{C31B7D75-9B44-A84E-975F-5F539E5F8CDC}" dt="2025-07-16T15:19:49.343" v="3219" actId="1076"/>
          <ac:picMkLst>
            <pc:docMk/>
            <pc:sldMk cId="27961094" sldId="346"/>
            <ac:picMk id="46" creationId="{75231393-E715-B7FA-CA22-F071F285C667}"/>
          </ac:picMkLst>
        </pc:picChg>
      </pc:sldChg>
      <pc:sldChg chg="addSp delSp modSp new mod">
        <pc:chgData name="Jessica Johnson" userId="2fa3b05a-0f24-4f04-bd66-8b91b06ff392" providerId="ADAL" clId="{C31B7D75-9B44-A84E-975F-5F539E5F8CDC}" dt="2025-07-16T19:21:09.736" v="3374" actId="478"/>
        <pc:sldMkLst>
          <pc:docMk/>
          <pc:sldMk cId="3853319352" sldId="347"/>
        </pc:sldMkLst>
        <pc:spChg chg="mod">
          <ac:chgData name="Jessica Johnson" userId="2fa3b05a-0f24-4f04-bd66-8b91b06ff392" providerId="ADAL" clId="{C31B7D75-9B44-A84E-975F-5F539E5F8CDC}" dt="2025-07-16T15:22:16.451" v="3346" actId="20577"/>
          <ac:spMkLst>
            <pc:docMk/>
            <pc:sldMk cId="3853319352" sldId="347"/>
            <ac:spMk id="2" creationId="{409D97FE-ADA3-8707-2C79-53ABA2EF42B3}"/>
          </ac:spMkLst>
        </pc:spChg>
        <pc:spChg chg="mod">
          <ac:chgData name="Jessica Johnson" userId="2fa3b05a-0f24-4f04-bd66-8b91b06ff392" providerId="ADAL" clId="{C31B7D75-9B44-A84E-975F-5F539E5F8CDC}" dt="2025-07-16T15:17:52.858" v="3164" actId="20577"/>
          <ac:spMkLst>
            <pc:docMk/>
            <pc:sldMk cId="3853319352" sldId="347"/>
            <ac:spMk id="3" creationId="{4467FEE2-922E-E440-F6E9-CB9F4464B9A5}"/>
          </ac:spMkLst>
        </pc:spChg>
        <pc:spChg chg="mod">
          <ac:chgData name="Jessica Johnson" userId="2fa3b05a-0f24-4f04-bd66-8b91b06ff392" providerId="ADAL" clId="{C31B7D75-9B44-A84E-975F-5F539E5F8CDC}" dt="2025-07-16T15:18:13.916" v="3174" actId="20577"/>
          <ac:spMkLst>
            <pc:docMk/>
            <pc:sldMk cId="3853319352" sldId="347"/>
            <ac:spMk id="4" creationId="{363902B2-7A66-74D0-E638-9444C545AB2F}"/>
          </ac:spMkLst>
        </pc:spChg>
        <pc:spChg chg="mod">
          <ac:chgData name="Jessica Johnson" userId="2fa3b05a-0f24-4f04-bd66-8b91b06ff392" providerId="ADAL" clId="{C31B7D75-9B44-A84E-975F-5F539E5F8CDC}" dt="2025-07-16T15:18:16.073" v="3180" actId="20577"/>
          <ac:spMkLst>
            <pc:docMk/>
            <pc:sldMk cId="3853319352" sldId="347"/>
            <ac:spMk id="5" creationId="{6399E862-987F-402E-F792-6F2423FC2A17}"/>
          </ac:spMkLst>
        </pc:spChg>
        <pc:spChg chg="mod">
          <ac:chgData name="Jessica Johnson" userId="2fa3b05a-0f24-4f04-bd66-8b91b06ff392" providerId="ADAL" clId="{C31B7D75-9B44-A84E-975F-5F539E5F8CDC}" dt="2025-07-16T15:18:29.302" v="3194" actId="20577"/>
          <ac:spMkLst>
            <pc:docMk/>
            <pc:sldMk cId="3853319352" sldId="347"/>
            <ac:spMk id="6" creationId="{B1C0747D-8E99-5EF0-536E-D47258630A59}"/>
          </ac:spMkLst>
        </pc:spChg>
        <pc:spChg chg="mod">
          <ac:chgData name="Jessica Johnson" userId="2fa3b05a-0f24-4f04-bd66-8b91b06ff392" providerId="ADAL" clId="{C31B7D75-9B44-A84E-975F-5F539E5F8CDC}" dt="2025-07-16T15:18:57.387" v="3205" actId="20577"/>
          <ac:spMkLst>
            <pc:docMk/>
            <pc:sldMk cId="3853319352" sldId="347"/>
            <ac:spMk id="7" creationId="{A951E0B7-6AFA-7CEC-9485-C1C0B617637F}"/>
          </ac:spMkLst>
        </pc:spChg>
        <pc:spChg chg="mod">
          <ac:chgData name="Jessica Johnson" userId="2fa3b05a-0f24-4f04-bd66-8b91b06ff392" providerId="ADAL" clId="{C31B7D75-9B44-A84E-975F-5F539E5F8CDC}" dt="2025-07-16T15:20:40.666" v="3262" actId="20577"/>
          <ac:spMkLst>
            <pc:docMk/>
            <pc:sldMk cId="3853319352" sldId="347"/>
            <ac:spMk id="8" creationId="{8478A9E5-2068-254C-B8DD-B940DC8D91F5}"/>
          </ac:spMkLst>
        </pc:spChg>
        <pc:spChg chg="mod">
          <ac:chgData name="Jessica Johnson" userId="2fa3b05a-0f24-4f04-bd66-8b91b06ff392" providerId="ADAL" clId="{C31B7D75-9B44-A84E-975F-5F539E5F8CDC}" dt="2025-07-16T15:21:23.283" v="3289" actId="20577"/>
          <ac:spMkLst>
            <pc:docMk/>
            <pc:sldMk cId="3853319352" sldId="347"/>
            <ac:spMk id="9" creationId="{36E7847E-00EE-8272-BEBE-9386BBEFFE36}"/>
          </ac:spMkLst>
        </pc:spChg>
        <pc:spChg chg="mod">
          <ac:chgData name="Jessica Johnson" userId="2fa3b05a-0f24-4f04-bd66-8b91b06ff392" providerId="ADAL" clId="{C31B7D75-9B44-A84E-975F-5F539E5F8CDC}" dt="2025-07-16T15:20:17.428" v="3241" actId="20577"/>
          <ac:spMkLst>
            <pc:docMk/>
            <pc:sldMk cId="3853319352" sldId="347"/>
            <ac:spMk id="10" creationId="{57B7430F-D0FF-7AA6-77EA-0F8B7991CE07}"/>
          </ac:spMkLst>
        </pc:spChg>
        <pc:spChg chg="mod">
          <ac:chgData name="Jessica Johnson" userId="2fa3b05a-0f24-4f04-bd66-8b91b06ff392" providerId="ADAL" clId="{C31B7D75-9B44-A84E-975F-5F539E5F8CDC}" dt="2025-07-16T15:20:22.330" v="3247" actId="20577"/>
          <ac:spMkLst>
            <pc:docMk/>
            <pc:sldMk cId="3853319352" sldId="347"/>
            <ac:spMk id="11" creationId="{120D634F-734A-2D88-B29D-51BB00413D2B}"/>
          </ac:spMkLst>
        </pc:spChg>
        <pc:spChg chg="mod">
          <ac:chgData name="Jessica Johnson" userId="2fa3b05a-0f24-4f04-bd66-8b91b06ff392" providerId="ADAL" clId="{C31B7D75-9B44-A84E-975F-5F539E5F8CDC}" dt="2025-07-16T15:20:27.075" v="3257" actId="20577"/>
          <ac:spMkLst>
            <pc:docMk/>
            <pc:sldMk cId="3853319352" sldId="347"/>
            <ac:spMk id="12" creationId="{8D84B263-17F4-43FB-176A-F9EAC9E42EB6}"/>
          </ac:spMkLst>
        </pc:spChg>
        <pc:spChg chg="mod">
          <ac:chgData name="Jessica Johnson" userId="2fa3b05a-0f24-4f04-bd66-8b91b06ff392" providerId="ADAL" clId="{C31B7D75-9B44-A84E-975F-5F539E5F8CDC}" dt="2025-07-16T15:20:59.440" v="3268" actId="20577"/>
          <ac:spMkLst>
            <pc:docMk/>
            <pc:sldMk cId="3853319352" sldId="347"/>
            <ac:spMk id="13" creationId="{394A49F3-FD1A-4670-49E9-C30C402495ED}"/>
          </ac:spMkLst>
        </pc:spChg>
        <pc:spChg chg="mod">
          <ac:chgData name="Jessica Johnson" userId="2fa3b05a-0f24-4f04-bd66-8b91b06ff392" providerId="ADAL" clId="{C31B7D75-9B44-A84E-975F-5F539E5F8CDC}" dt="2025-07-16T15:21:01.481" v="3273" actId="20577"/>
          <ac:spMkLst>
            <pc:docMk/>
            <pc:sldMk cId="3853319352" sldId="347"/>
            <ac:spMk id="14" creationId="{4A030FD6-621F-D6D5-64F2-F5BC1BDE4618}"/>
          </ac:spMkLst>
        </pc:spChg>
        <pc:spChg chg="mod">
          <ac:chgData name="Jessica Johnson" userId="2fa3b05a-0f24-4f04-bd66-8b91b06ff392" providerId="ADAL" clId="{C31B7D75-9B44-A84E-975F-5F539E5F8CDC}" dt="2025-07-16T15:21:03.025" v="3276" actId="20577"/>
          <ac:spMkLst>
            <pc:docMk/>
            <pc:sldMk cId="3853319352" sldId="347"/>
            <ac:spMk id="15" creationId="{5B5F6CFC-0E4A-DC09-A7C9-87809764B219}"/>
          </ac:spMkLst>
        </pc:spChg>
        <pc:spChg chg="mod">
          <ac:chgData name="Jessica Johnson" userId="2fa3b05a-0f24-4f04-bd66-8b91b06ff392" providerId="ADAL" clId="{C31B7D75-9B44-A84E-975F-5F539E5F8CDC}" dt="2025-07-16T15:21:05.409" v="3280" actId="20577"/>
          <ac:spMkLst>
            <pc:docMk/>
            <pc:sldMk cId="3853319352" sldId="347"/>
            <ac:spMk id="16" creationId="{C017689F-1837-DC7F-A408-590319A3C337}"/>
          </ac:spMkLst>
        </pc:spChg>
        <pc:spChg chg="mod">
          <ac:chgData name="Jessica Johnson" userId="2fa3b05a-0f24-4f04-bd66-8b91b06ff392" providerId="ADAL" clId="{C31B7D75-9B44-A84E-975F-5F539E5F8CDC}" dt="2025-07-16T15:21:45.127" v="3301" actId="20577"/>
          <ac:spMkLst>
            <pc:docMk/>
            <pc:sldMk cId="3853319352" sldId="347"/>
            <ac:spMk id="17" creationId="{5D141B32-94C9-0D7F-EA37-F543CCA491C5}"/>
          </ac:spMkLst>
        </pc:spChg>
        <pc:spChg chg="mod">
          <ac:chgData name="Jessica Johnson" userId="2fa3b05a-0f24-4f04-bd66-8b91b06ff392" providerId="ADAL" clId="{C31B7D75-9B44-A84E-975F-5F539E5F8CDC}" dt="2025-07-16T15:21:50.334" v="3315" actId="20577"/>
          <ac:spMkLst>
            <pc:docMk/>
            <pc:sldMk cId="3853319352" sldId="347"/>
            <ac:spMk id="18" creationId="{121852DD-7B76-9884-6257-24806C3E159F}"/>
          </ac:spMkLst>
        </pc:spChg>
        <pc:spChg chg="mod">
          <ac:chgData name="Jessica Johnson" userId="2fa3b05a-0f24-4f04-bd66-8b91b06ff392" providerId="ADAL" clId="{C31B7D75-9B44-A84E-975F-5F539E5F8CDC}" dt="2025-07-16T15:21:54.823" v="3326" actId="20577"/>
          <ac:spMkLst>
            <pc:docMk/>
            <pc:sldMk cId="3853319352" sldId="347"/>
            <ac:spMk id="19" creationId="{36B8172D-22C8-9A76-6472-0A7161E8F8AE}"/>
          </ac:spMkLst>
        </pc:spChg>
        <pc:spChg chg="mod">
          <ac:chgData name="Jessica Johnson" userId="2fa3b05a-0f24-4f04-bd66-8b91b06ff392" providerId="ADAL" clId="{C31B7D75-9B44-A84E-975F-5F539E5F8CDC}" dt="2025-07-16T15:21:58.644" v="3337" actId="20577"/>
          <ac:spMkLst>
            <pc:docMk/>
            <pc:sldMk cId="3853319352" sldId="347"/>
            <ac:spMk id="20" creationId="{BF5E43BF-3BFB-850F-178F-B5B167C75531}"/>
          </ac:spMkLst>
        </pc:spChg>
        <pc:spChg chg="del">
          <ac:chgData name="Jessica Johnson" userId="2fa3b05a-0f24-4f04-bd66-8b91b06ff392" providerId="ADAL" clId="{C31B7D75-9B44-A84E-975F-5F539E5F8CDC}" dt="2025-07-16T19:21:09.736" v="3374" actId="478"/>
          <ac:spMkLst>
            <pc:docMk/>
            <pc:sldMk cId="3853319352" sldId="347"/>
            <ac:spMk id="21" creationId="{EF6A54A2-E567-83BA-B0C8-473579D6078B}"/>
          </ac:spMkLst>
        </pc:spChg>
        <pc:spChg chg="del">
          <ac:chgData name="Jessica Johnson" userId="2fa3b05a-0f24-4f04-bd66-8b91b06ff392" providerId="ADAL" clId="{C31B7D75-9B44-A84E-975F-5F539E5F8CDC}" dt="2025-07-16T19:21:09.736" v="3374" actId="478"/>
          <ac:spMkLst>
            <pc:docMk/>
            <pc:sldMk cId="3853319352" sldId="347"/>
            <ac:spMk id="22" creationId="{C35F436E-2C11-F0E8-71DD-1199F110471D}"/>
          </ac:spMkLst>
        </pc:spChg>
        <pc:spChg chg="del">
          <ac:chgData name="Jessica Johnson" userId="2fa3b05a-0f24-4f04-bd66-8b91b06ff392" providerId="ADAL" clId="{C31B7D75-9B44-A84E-975F-5F539E5F8CDC}" dt="2025-07-16T19:21:09.736" v="3374" actId="478"/>
          <ac:spMkLst>
            <pc:docMk/>
            <pc:sldMk cId="3853319352" sldId="347"/>
            <ac:spMk id="23" creationId="{84961A34-CCDF-88EC-4040-1EA36077F444}"/>
          </ac:spMkLst>
        </pc:spChg>
        <pc:picChg chg="add mod">
          <ac:chgData name="Jessica Johnson" userId="2fa3b05a-0f24-4f04-bd66-8b91b06ff392" providerId="ADAL" clId="{C31B7D75-9B44-A84E-975F-5F539E5F8CDC}" dt="2025-07-16T15:17:49.570" v="3152" actId="1076"/>
          <ac:picMkLst>
            <pc:docMk/>
            <pc:sldMk cId="3853319352" sldId="347"/>
            <ac:picMk id="24" creationId="{B1ABCEF4-016C-37BC-E91E-C665135CB54F}"/>
          </ac:picMkLst>
        </pc:picChg>
        <pc:picChg chg="add mod">
          <ac:chgData name="Jessica Johnson" userId="2fa3b05a-0f24-4f04-bd66-8b91b06ff392" providerId="ADAL" clId="{C31B7D75-9B44-A84E-975F-5F539E5F8CDC}" dt="2025-07-16T15:18:11.579" v="3167" actId="1076"/>
          <ac:picMkLst>
            <pc:docMk/>
            <pc:sldMk cId="3853319352" sldId="347"/>
            <ac:picMk id="25" creationId="{BE401411-03A9-CFC8-6347-67B2180AC038}"/>
          </ac:picMkLst>
        </pc:picChg>
        <pc:picChg chg="add mod">
          <ac:chgData name="Jessica Johnson" userId="2fa3b05a-0f24-4f04-bd66-8b91b06ff392" providerId="ADAL" clId="{C31B7D75-9B44-A84E-975F-5F539E5F8CDC}" dt="2025-07-16T15:18:11.579" v="3167" actId="1076"/>
          <ac:picMkLst>
            <pc:docMk/>
            <pc:sldMk cId="3853319352" sldId="347"/>
            <ac:picMk id="26" creationId="{4303FF93-82D7-F772-FB07-DE46A9D7DB54}"/>
          </ac:picMkLst>
        </pc:picChg>
        <pc:picChg chg="add mod">
          <ac:chgData name="Jessica Johnson" userId="2fa3b05a-0f24-4f04-bd66-8b91b06ff392" providerId="ADAL" clId="{C31B7D75-9B44-A84E-975F-5F539E5F8CDC}" dt="2025-07-16T15:18:11.579" v="3167" actId="1076"/>
          <ac:picMkLst>
            <pc:docMk/>
            <pc:sldMk cId="3853319352" sldId="347"/>
            <ac:picMk id="27" creationId="{0C80421E-2FB5-4387-7D7D-179F552D22A5}"/>
          </ac:picMkLst>
        </pc:picChg>
        <pc:picChg chg="add mod">
          <ac:chgData name="Jessica Johnson" userId="2fa3b05a-0f24-4f04-bd66-8b91b06ff392" providerId="ADAL" clId="{C31B7D75-9B44-A84E-975F-5F539E5F8CDC}" dt="2025-07-16T15:18:54.216" v="3196" actId="1076"/>
          <ac:picMkLst>
            <pc:docMk/>
            <pc:sldMk cId="3853319352" sldId="347"/>
            <ac:picMk id="28" creationId="{35C15480-8B23-AE6A-97B2-55AF83FBD115}"/>
          </ac:picMkLst>
        </pc:picChg>
        <pc:picChg chg="add mod">
          <ac:chgData name="Jessica Johnson" userId="2fa3b05a-0f24-4f04-bd66-8b91b06ff392" providerId="ADAL" clId="{C31B7D75-9B44-A84E-975F-5F539E5F8CDC}" dt="2025-07-16T15:19:07.575" v="3207"/>
          <ac:picMkLst>
            <pc:docMk/>
            <pc:sldMk cId="3853319352" sldId="347"/>
            <ac:picMk id="29" creationId="{BAF6C008-ADC5-34BA-08CA-A8EFDA2C9B6C}"/>
          </ac:picMkLst>
        </pc:picChg>
        <pc:picChg chg="add mod">
          <ac:chgData name="Jessica Johnson" userId="2fa3b05a-0f24-4f04-bd66-8b91b06ff392" providerId="ADAL" clId="{C31B7D75-9B44-A84E-975F-5F539E5F8CDC}" dt="2025-07-16T15:19:07.575" v="3207"/>
          <ac:picMkLst>
            <pc:docMk/>
            <pc:sldMk cId="3853319352" sldId="347"/>
            <ac:picMk id="30" creationId="{81613A3E-5D00-63A2-350A-D2F6EF494531}"/>
          </ac:picMkLst>
        </pc:picChg>
        <pc:picChg chg="add mod">
          <ac:chgData name="Jessica Johnson" userId="2fa3b05a-0f24-4f04-bd66-8b91b06ff392" providerId="ADAL" clId="{C31B7D75-9B44-A84E-975F-5F539E5F8CDC}" dt="2025-07-16T15:20:12.804" v="3228"/>
          <ac:picMkLst>
            <pc:docMk/>
            <pc:sldMk cId="3853319352" sldId="347"/>
            <ac:picMk id="31" creationId="{ED0D9BF8-FC05-7031-594A-5D6E48BA6E0D}"/>
          </ac:picMkLst>
        </pc:picChg>
        <pc:picChg chg="add mod">
          <ac:chgData name="Jessica Johnson" userId="2fa3b05a-0f24-4f04-bd66-8b91b06ff392" providerId="ADAL" clId="{C31B7D75-9B44-A84E-975F-5F539E5F8CDC}" dt="2025-07-16T15:20:38.795" v="3259" actId="1076"/>
          <ac:picMkLst>
            <pc:docMk/>
            <pc:sldMk cId="3853319352" sldId="347"/>
            <ac:picMk id="32" creationId="{5E5C6C0A-5E7D-2A6E-F390-49B98F16ADA4}"/>
          </ac:picMkLst>
        </pc:picChg>
        <pc:picChg chg="add mod">
          <ac:chgData name="Jessica Johnson" userId="2fa3b05a-0f24-4f04-bd66-8b91b06ff392" providerId="ADAL" clId="{C31B7D75-9B44-A84E-975F-5F539E5F8CDC}" dt="2025-07-16T15:20:56.507" v="3264" actId="1076"/>
          <ac:picMkLst>
            <pc:docMk/>
            <pc:sldMk cId="3853319352" sldId="347"/>
            <ac:picMk id="33" creationId="{9ABC8FC8-9078-6768-79E9-97372A05ACDF}"/>
          </ac:picMkLst>
        </pc:picChg>
        <pc:picChg chg="add mod">
          <ac:chgData name="Jessica Johnson" userId="2fa3b05a-0f24-4f04-bd66-8b91b06ff392" providerId="ADAL" clId="{C31B7D75-9B44-A84E-975F-5F539E5F8CDC}" dt="2025-07-16T15:20:56.507" v="3264" actId="1076"/>
          <ac:picMkLst>
            <pc:docMk/>
            <pc:sldMk cId="3853319352" sldId="347"/>
            <ac:picMk id="34" creationId="{03E44AE4-34BF-D431-A84F-C3980AC6605B}"/>
          </ac:picMkLst>
        </pc:picChg>
        <pc:picChg chg="add mod">
          <ac:chgData name="Jessica Johnson" userId="2fa3b05a-0f24-4f04-bd66-8b91b06ff392" providerId="ADAL" clId="{C31B7D75-9B44-A84E-975F-5F539E5F8CDC}" dt="2025-07-16T15:20:56.507" v="3264" actId="1076"/>
          <ac:picMkLst>
            <pc:docMk/>
            <pc:sldMk cId="3853319352" sldId="347"/>
            <ac:picMk id="35" creationId="{586B0F9F-8D35-ED80-ADB5-8EDBD18F0000}"/>
          </ac:picMkLst>
        </pc:picChg>
        <pc:picChg chg="add mod">
          <ac:chgData name="Jessica Johnson" userId="2fa3b05a-0f24-4f04-bd66-8b91b06ff392" providerId="ADAL" clId="{C31B7D75-9B44-A84E-975F-5F539E5F8CDC}" dt="2025-07-16T15:20:56.507" v="3264" actId="1076"/>
          <ac:picMkLst>
            <pc:docMk/>
            <pc:sldMk cId="3853319352" sldId="347"/>
            <ac:picMk id="36" creationId="{5E11C3D2-F132-0B0F-EEBF-88D646997CFA}"/>
          </ac:picMkLst>
        </pc:picChg>
        <pc:picChg chg="add mod">
          <ac:chgData name="Jessica Johnson" userId="2fa3b05a-0f24-4f04-bd66-8b91b06ff392" providerId="ADAL" clId="{C31B7D75-9B44-A84E-975F-5F539E5F8CDC}" dt="2025-07-16T15:21:18.322" v="3282" actId="1076"/>
          <ac:picMkLst>
            <pc:docMk/>
            <pc:sldMk cId="3853319352" sldId="347"/>
            <ac:picMk id="37" creationId="{339C767F-CB26-A887-4AF3-1078B21F60D3}"/>
          </ac:picMkLst>
        </pc:picChg>
        <pc:picChg chg="add mod">
          <ac:chgData name="Jessica Johnson" userId="2fa3b05a-0f24-4f04-bd66-8b91b06ff392" providerId="ADAL" clId="{C31B7D75-9B44-A84E-975F-5F539E5F8CDC}" dt="2025-07-16T15:21:37.534" v="3290"/>
          <ac:picMkLst>
            <pc:docMk/>
            <pc:sldMk cId="3853319352" sldId="347"/>
            <ac:picMk id="38" creationId="{78AD6651-6224-FB9F-09A2-1E5B8B32C4A1}"/>
          </ac:picMkLst>
        </pc:picChg>
        <pc:picChg chg="add mod">
          <ac:chgData name="Jessica Johnson" userId="2fa3b05a-0f24-4f04-bd66-8b91b06ff392" providerId="ADAL" clId="{C31B7D75-9B44-A84E-975F-5F539E5F8CDC}" dt="2025-07-16T15:21:37.534" v="3290"/>
          <ac:picMkLst>
            <pc:docMk/>
            <pc:sldMk cId="3853319352" sldId="347"/>
            <ac:picMk id="39" creationId="{015BD7FA-E5F0-6444-9EB5-73B6E09D9237}"/>
          </ac:picMkLst>
        </pc:picChg>
        <pc:picChg chg="add mod">
          <ac:chgData name="Jessica Johnson" userId="2fa3b05a-0f24-4f04-bd66-8b91b06ff392" providerId="ADAL" clId="{C31B7D75-9B44-A84E-975F-5F539E5F8CDC}" dt="2025-07-16T15:21:37.534" v="3290"/>
          <ac:picMkLst>
            <pc:docMk/>
            <pc:sldMk cId="3853319352" sldId="347"/>
            <ac:picMk id="40" creationId="{024C9C08-8A11-2A6B-2BD9-66BAC3D30228}"/>
          </ac:picMkLst>
        </pc:picChg>
        <pc:picChg chg="add mod">
          <ac:chgData name="Jessica Johnson" userId="2fa3b05a-0f24-4f04-bd66-8b91b06ff392" providerId="ADAL" clId="{C31B7D75-9B44-A84E-975F-5F539E5F8CDC}" dt="2025-07-16T15:21:41.401" v="3291" actId="1076"/>
          <ac:picMkLst>
            <pc:docMk/>
            <pc:sldMk cId="3853319352" sldId="347"/>
            <ac:picMk id="41" creationId="{40B6EFE7-AE2D-66B3-CA68-B3DBAAAA8C7B}"/>
          </ac:picMkLst>
        </pc:picChg>
      </pc:sldChg>
      <pc:sldMasterChg chg="modSldLayout">
        <pc:chgData name="Jessica Johnson" userId="2fa3b05a-0f24-4f04-bd66-8b91b06ff392" providerId="ADAL" clId="{C31B7D75-9B44-A84E-975F-5F539E5F8CDC}" dt="2025-07-14T20:37:10.611" v="1723" actId="478"/>
        <pc:sldMasterMkLst>
          <pc:docMk/>
          <pc:sldMasterMk cId="81570204" sldId="2147483833"/>
        </pc:sldMasterMkLst>
        <pc:sldLayoutChg chg="delSp mod">
          <pc:chgData name="Jessica Johnson" userId="2fa3b05a-0f24-4f04-bd66-8b91b06ff392" providerId="ADAL" clId="{C31B7D75-9B44-A84E-975F-5F539E5F8CDC}" dt="2025-07-14T20:35:23.379" v="1720" actId="478"/>
          <pc:sldLayoutMkLst>
            <pc:docMk/>
            <pc:sldMasterMk cId="81570204" sldId="2147483833"/>
            <pc:sldLayoutMk cId="3707165413" sldId="2147483846"/>
          </pc:sldLayoutMkLst>
        </pc:sldLayoutChg>
        <pc:sldLayoutChg chg="addSp delSp mod">
          <pc:chgData name="Jessica Johnson" userId="2fa3b05a-0f24-4f04-bd66-8b91b06ff392" providerId="ADAL" clId="{C31B7D75-9B44-A84E-975F-5F539E5F8CDC}" dt="2025-07-14T20:35:03.735" v="1716" actId="478"/>
          <pc:sldLayoutMkLst>
            <pc:docMk/>
            <pc:sldMasterMk cId="81570204" sldId="2147483833"/>
            <pc:sldLayoutMk cId="1998160902" sldId="2147483848"/>
          </pc:sldLayoutMkLst>
          <pc:spChg chg="add del">
            <ac:chgData name="Jessica Johnson" userId="2fa3b05a-0f24-4f04-bd66-8b91b06ff392" providerId="ADAL" clId="{C31B7D75-9B44-A84E-975F-5F539E5F8CDC}" dt="2025-07-14T20:35:03.735" v="1716" actId="478"/>
            <ac:spMkLst>
              <pc:docMk/>
              <pc:sldMasterMk cId="81570204" sldId="2147483833"/>
              <pc:sldLayoutMk cId="1998160902" sldId="2147483848"/>
              <ac:spMk id="3" creationId="{389094D6-9499-9132-BAF6-52A9690BAC20}"/>
            </ac:spMkLst>
          </pc:spChg>
        </pc:sldLayoutChg>
        <pc:sldLayoutChg chg="addSp delSp modSp mod">
          <pc:chgData name="Jessica Johnson" userId="2fa3b05a-0f24-4f04-bd66-8b91b06ff392" providerId="ADAL" clId="{C31B7D75-9B44-A84E-975F-5F539E5F8CDC}" dt="2025-07-14T20:37:10.611" v="1723" actId="478"/>
          <pc:sldLayoutMkLst>
            <pc:docMk/>
            <pc:sldMasterMk cId="81570204" sldId="2147483833"/>
            <pc:sldLayoutMk cId="2123322103" sldId="2147483849"/>
          </pc:sldLayoutMkLst>
          <pc:spChg chg="add del mod">
            <ac:chgData name="Jessica Johnson" userId="2fa3b05a-0f24-4f04-bd66-8b91b06ff392" providerId="ADAL" clId="{C31B7D75-9B44-A84E-975F-5F539E5F8CDC}" dt="2025-07-14T20:37:10.611" v="1723" actId="478"/>
            <ac:spMkLst>
              <pc:docMk/>
              <pc:sldMasterMk cId="81570204" sldId="2147483833"/>
              <pc:sldLayoutMk cId="2123322103" sldId="2147483849"/>
              <ac:spMk id="5" creationId="{DFCD5F26-C16C-62EA-376D-145EA6D5CF4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6ACF7-0749-2041-94B7-F32ED60933DB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452EF-56B8-0742-BC71-007E607EB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3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 Imag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27A76CF-0C21-25C2-7C49-A3C37CC88634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589" t="11536" r="9589" b="7644"/>
          <a:stretch/>
        </p:blipFill>
        <p:spPr>
          <a:xfrm>
            <a:off x="0" y="11875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B53C6D-DB56-A6C1-AAAE-0D9464C243C6}"/>
              </a:ext>
            </a:extLst>
          </p:cNvPr>
          <p:cNvSpPr txBox="1"/>
          <p:nvPr/>
        </p:nvSpPr>
        <p:spPr>
          <a:xfrm>
            <a:off x="739589" y="928167"/>
            <a:ext cx="10555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>
                <a:solidFill>
                  <a:srgbClr val="FE8DEC">
                    <a:lumMod val="75000"/>
                  </a:srgbClr>
                </a:solidFill>
                <a:latin typeface="DM Sans" pitchFamily="2" charset="77"/>
              </a:rPr>
              <a:t>The Extreme Advantage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7FAD4-6B78-8143-6401-EB722E704F35}"/>
              </a:ext>
            </a:extLst>
          </p:cNvPr>
          <p:cNvSpPr txBox="1"/>
          <p:nvPr/>
        </p:nvSpPr>
        <p:spPr>
          <a:xfrm>
            <a:off x="1603885" y="1707647"/>
            <a:ext cx="920607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DM Sans" pitchFamily="2" charset="77"/>
              </a:rPr>
              <a:t>Faced with increasing networking complexity and security threats, organizations need simple, cost-effective solutions that anticipate issues and optimize investments. Our agile, AI-powered, cloud-driven solutions help meet current challenges and prepare for future growth by delivering reliability, simplicity, innovation, and value.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2A11124-814E-3379-52A9-A30591266FA0}"/>
              </a:ext>
            </a:extLst>
          </p:cNvPr>
          <p:cNvSpPr txBox="1">
            <a:spLocks/>
          </p:cNvSpPr>
          <p:nvPr/>
        </p:nvSpPr>
        <p:spPr>
          <a:xfrm>
            <a:off x="2381172" y="3975758"/>
            <a:ext cx="2231721" cy="223173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Vision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enhance human experiences by fueling innovation with connectivity.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7DACD24-E446-F85A-4DFE-7309AA534D7C}"/>
              </a:ext>
            </a:extLst>
          </p:cNvPr>
          <p:cNvSpPr txBox="1">
            <a:spLocks/>
          </p:cNvSpPr>
          <p:nvPr/>
        </p:nvSpPr>
        <p:spPr>
          <a:xfrm>
            <a:off x="5251490" y="3975758"/>
            <a:ext cx="2433459" cy="295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Mission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empower organizations with new ways to simply, securely connect with Extreme’s intelligent technology platform.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0F326B8-A980-34F8-7CD3-BF5402ABF1FC}"/>
              </a:ext>
            </a:extLst>
          </p:cNvPr>
          <p:cNvSpPr txBox="1">
            <a:spLocks/>
          </p:cNvSpPr>
          <p:nvPr/>
        </p:nvSpPr>
        <p:spPr>
          <a:xfrm>
            <a:off x="8414082" y="3975758"/>
            <a:ext cx="2132834" cy="19540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Purpose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drive progress and achievement through human connections.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AC16A1-5D55-0420-E358-82CA6748C251}"/>
              </a:ext>
            </a:extLst>
          </p:cNvPr>
          <p:cNvCxnSpPr/>
          <p:nvPr/>
        </p:nvCxnSpPr>
        <p:spPr>
          <a:xfrm>
            <a:off x="4616208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7DF306-F427-62AE-80BD-B8DD21EA29BC}"/>
              </a:ext>
            </a:extLst>
          </p:cNvPr>
          <p:cNvCxnSpPr/>
          <p:nvPr/>
        </p:nvCxnSpPr>
        <p:spPr>
          <a:xfrm>
            <a:off x="7875063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824B7D5-8C56-CFF9-3E15-92F6BF7C312D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589" t="11536" r="9589" b="7644"/>
          <a:stretch/>
        </p:blipFill>
        <p:spPr>
          <a:xfrm>
            <a:off x="0" y="11875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371008-43FD-455A-D3D6-8DD866BBCD83}"/>
              </a:ext>
            </a:extLst>
          </p:cNvPr>
          <p:cNvSpPr txBox="1"/>
          <p:nvPr/>
        </p:nvSpPr>
        <p:spPr>
          <a:xfrm>
            <a:off x="739589" y="928167"/>
            <a:ext cx="10555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>
                <a:solidFill>
                  <a:srgbClr val="FE8DEC">
                    <a:lumMod val="75000"/>
                  </a:srgbClr>
                </a:solidFill>
                <a:latin typeface="DM Sans" pitchFamily="2" charset="77"/>
              </a:rPr>
              <a:t>The Extreme Advantage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D7D26-7FED-AB21-7B59-5A653F2F3E88}"/>
              </a:ext>
            </a:extLst>
          </p:cNvPr>
          <p:cNvSpPr txBox="1"/>
          <p:nvPr/>
        </p:nvSpPr>
        <p:spPr>
          <a:xfrm>
            <a:off x="1603885" y="1707647"/>
            <a:ext cx="920607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DM Sans" pitchFamily="2" charset="77"/>
              </a:rPr>
              <a:t>Faced with increasing networking complexity and security threats, organizations need simple, cost-effective solutions that anticipate issues and optimize investments. Our agile, AI-powered, cloud-driven solutions help meet current challenges and prepare for future growth by delivering reliability, simplicity, innovation, and value.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BA4E75-BAA6-DEE6-69E1-792220A8DC11}"/>
              </a:ext>
            </a:extLst>
          </p:cNvPr>
          <p:cNvSpPr txBox="1">
            <a:spLocks/>
          </p:cNvSpPr>
          <p:nvPr/>
        </p:nvSpPr>
        <p:spPr>
          <a:xfrm>
            <a:off x="2381172" y="3975758"/>
            <a:ext cx="2231721" cy="223173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Vision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enhance human experiences by fueling innovation with connectivity.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1806E4-D81F-99D5-BD1E-2860F38AB3E1}"/>
              </a:ext>
            </a:extLst>
          </p:cNvPr>
          <p:cNvSpPr txBox="1">
            <a:spLocks/>
          </p:cNvSpPr>
          <p:nvPr/>
        </p:nvSpPr>
        <p:spPr>
          <a:xfrm>
            <a:off x="5251490" y="3975758"/>
            <a:ext cx="2433459" cy="295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Mission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empower organizations with new ways to simply, securely connect with Extreme’s intelligent technology platform.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620EBA-288F-E46C-48D5-BAABC94D7670}"/>
              </a:ext>
            </a:extLst>
          </p:cNvPr>
          <p:cNvSpPr txBox="1">
            <a:spLocks/>
          </p:cNvSpPr>
          <p:nvPr/>
        </p:nvSpPr>
        <p:spPr>
          <a:xfrm>
            <a:off x="8414082" y="3975758"/>
            <a:ext cx="2132834" cy="19540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Purpose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drive progress and achievement through human connections.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56A22C-BC22-6D1F-92C1-B92215D3F1EA}"/>
              </a:ext>
            </a:extLst>
          </p:cNvPr>
          <p:cNvCxnSpPr/>
          <p:nvPr/>
        </p:nvCxnSpPr>
        <p:spPr>
          <a:xfrm>
            <a:off x="4616208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5559DE-47A7-49F0-F92F-580833D1BC32}"/>
              </a:ext>
            </a:extLst>
          </p:cNvPr>
          <p:cNvCxnSpPr/>
          <p:nvPr/>
        </p:nvCxnSpPr>
        <p:spPr>
          <a:xfrm>
            <a:off x="7875063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  <p:pic>
        <p:nvPicPr>
          <p:cNvPr id="11" name="Picture 10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F476CEBC-05B9-8FCA-1960-E2B5045C5619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589" t="11536" r="9589" b="7644"/>
          <a:stretch/>
        </p:blipFill>
        <p:spPr>
          <a:xfrm>
            <a:off x="0" y="11875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C10A7A-D3E0-B6F1-7CFC-1A0EB6A5F816}"/>
              </a:ext>
            </a:extLst>
          </p:cNvPr>
          <p:cNvSpPr txBox="1"/>
          <p:nvPr/>
        </p:nvSpPr>
        <p:spPr>
          <a:xfrm>
            <a:off x="739589" y="928167"/>
            <a:ext cx="10555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>
                <a:solidFill>
                  <a:srgbClr val="FE8DEC">
                    <a:lumMod val="75000"/>
                  </a:srgbClr>
                </a:solidFill>
                <a:latin typeface="DM Sans" pitchFamily="2" charset="77"/>
              </a:rPr>
              <a:t>The Extreme Advantage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0DB4F-11B1-152D-A7C0-ADB25D9D4CC5}"/>
              </a:ext>
            </a:extLst>
          </p:cNvPr>
          <p:cNvSpPr txBox="1"/>
          <p:nvPr/>
        </p:nvSpPr>
        <p:spPr>
          <a:xfrm>
            <a:off x="1603885" y="1707647"/>
            <a:ext cx="920607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DM Sans" pitchFamily="2" charset="77"/>
              </a:rPr>
              <a:t>Faced with increasing networking complexity and security threats, organizations need simple, cost-effective solutions that anticipate issues and optimize investments. Our agile, AI-powered, cloud-driven solutions help meet current challenges and prepare for future growth by delivering reliability, simplicity, innovation, and value.</a:t>
            </a:r>
          </a:p>
          <a:p>
            <a:pPr>
              <a:defRPr/>
            </a:pPr>
            <a:endParaRPr lang="en-US">
              <a:solidFill>
                <a:srgbClr val="FFFFFF"/>
              </a:solidFill>
              <a:latin typeface="DM Sans" pitchFamily="2" charset="77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0B9A677-1AB9-4FCD-B894-880454FC7863}"/>
              </a:ext>
            </a:extLst>
          </p:cNvPr>
          <p:cNvSpPr txBox="1">
            <a:spLocks/>
          </p:cNvSpPr>
          <p:nvPr/>
        </p:nvSpPr>
        <p:spPr>
          <a:xfrm>
            <a:off x="2381172" y="3975758"/>
            <a:ext cx="2231721" cy="223173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Vision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enhance human experiences by fueling innovation with connectivity.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EEFCEF1-08F2-D999-A02E-4EAB3D5833EC}"/>
              </a:ext>
            </a:extLst>
          </p:cNvPr>
          <p:cNvSpPr txBox="1">
            <a:spLocks/>
          </p:cNvSpPr>
          <p:nvPr/>
        </p:nvSpPr>
        <p:spPr>
          <a:xfrm>
            <a:off x="5251490" y="3975758"/>
            <a:ext cx="2433459" cy="295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Our Mission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empower organizations with new ways to simply, securely connect with Extreme’s intelligent technology platform.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6F945DA-CB53-41FE-521F-037EC2E93D8C}"/>
              </a:ext>
            </a:extLst>
          </p:cNvPr>
          <p:cNvSpPr txBox="1">
            <a:spLocks/>
          </p:cNvSpPr>
          <p:nvPr/>
        </p:nvSpPr>
        <p:spPr>
          <a:xfrm>
            <a:off x="8414082" y="3975758"/>
            <a:ext cx="2132834" cy="19540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-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Purpose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ea typeface="+mn-ea"/>
                <a:cs typeface="+mn-cs"/>
              </a:rPr>
              <a:t>To drive progress and achievement through human connections.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3F2F0A-46F2-A22B-BE76-CC5984B94D20}"/>
              </a:ext>
            </a:extLst>
          </p:cNvPr>
          <p:cNvCxnSpPr/>
          <p:nvPr/>
        </p:nvCxnSpPr>
        <p:spPr>
          <a:xfrm>
            <a:off x="4616208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4F70D4-956A-F6FE-33A9-C13F1EEDA396}"/>
              </a:ext>
            </a:extLst>
          </p:cNvPr>
          <p:cNvCxnSpPr/>
          <p:nvPr/>
        </p:nvCxnSpPr>
        <p:spPr>
          <a:xfrm>
            <a:off x="7875063" y="3975758"/>
            <a:ext cx="0" cy="1660954"/>
          </a:xfrm>
          <a:prstGeom prst="line">
            <a:avLst/>
          </a:prstGeom>
          <a:noFill/>
          <a:ln w="6350" cap="flat" cmpd="sng" algn="ctr">
            <a:solidFill>
              <a:srgbClr val="FE8DEC">
                <a:lumMod val="75000"/>
              </a:srgb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355212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3" grpId="0"/>
      <p:bldP spid="5" grpId="0"/>
      <p:bldP spid="12" grpId="0"/>
      <p:bldP spid="13" grpId="0"/>
    </p:bldLst>
  </p:timing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80">
          <p15:clr>
            <a:srgbClr val="FBAE40"/>
          </p15:clr>
        </p15:guide>
        <p15:guide id="4" pos="720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2F0AD9-284B-F4E7-D8D7-067E7E28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A57C70-AF72-059E-B341-B3673E314E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125" y="2464905"/>
            <a:ext cx="8415131" cy="1696451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5000" b="1" i="0">
                <a:latin typeface="DM Sans 14pt" pitchFamily="2" charset="77"/>
              </a:defRPr>
            </a:lvl1pPr>
          </a:lstStyle>
          <a:p>
            <a:r>
              <a:rPr lang="en-US"/>
              <a:t>Title lorem ipsum dolor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A796EBE-B2D0-5C11-1F6A-ED0B98A8D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2E656-E2FB-36EF-46EC-B868E7376E57}"/>
              </a:ext>
            </a:extLst>
          </p:cNvPr>
          <p:cNvSpPr txBox="1"/>
          <p:nvPr/>
        </p:nvSpPr>
        <p:spPr>
          <a:xfrm>
            <a:off x="9362303" y="6561438"/>
            <a:ext cx="2224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0">
                <a:latin typeface="DM Sans 14pt" pitchFamily="2" charset="77"/>
              </a:rPr>
              <a:t>©2025 EXTREME NETWORKS,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9CF4B8-FF81-945D-DFFD-34A816D2E67A}"/>
              </a:ext>
            </a:extLst>
          </p:cNvPr>
          <p:cNvSpPr txBox="1"/>
          <p:nvPr/>
        </p:nvSpPr>
        <p:spPr>
          <a:xfrm>
            <a:off x="11528854" y="6536202"/>
            <a:ext cx="3748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D173BAC-2D4A-1041-958B-8C29CE0F6A24}" type="slidenum">
              <a:rPr lang="en-US" sz="800" b="1" i="0" smtClean="0">
                <a:latin typeface="DM Sans 14pt" pitchFamily="2" charset="77"/>
              </a:rPr>
              <a:t>‹#›</a:t>
            </a:fld>
            <a:endParaRPr lang="en-US" sz="800" b="1" i="0">
              <a:latin typeface="DM Sans 14pt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8B35D8-1C90-1991-E20F-FDB13F396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4F688F9-C377-5A59-9B44-2B9F8B499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65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1E4C5C-9936-B7F7-21C4-1B9C5F1E19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A796EBE-B2D0-5C11-1F6A-ED0B98A8D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2E656-E2FB-36EF-46EC-B868E7376E57}"/>
              </a:ext>
            </a:extLst>
          </p:cNvPr>
          <p:cNvSpPr txBox="1"/>
          <p:nvPr/>
        </p:nvSpPr>
        <p:spPr>
          <a:xfrm>
            <a:off x="9362303" y="6561438"/>
            <a:ext cx="2224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0">
                <a:latin typeface="DM Sans 14pt" pitchFamily="2" charset="77"/>
              </a:rPr>
              <a:t>©2025 EXTREME NETWORKS, INC.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094D6-9499-9132-BAF6-52A9690BAC20}"/>
              </a:ext>
            </a:extLst>
          </p:cNvPr>
          <p:cNvSpPr txBox="1"/>
          <p:nvPr userDrawn="1"/>
        </p:nvSpPr>
        <p:spPr>
          <a:xfrm>
            <a:off x="11528854" y="6536202"/>
            <a:ext cx="3748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D173BAC-2D4A-1041-958B-8C29CE0F6A24}" type="slidenum">
              <a:rPr lang="en-US" sz="800" b="1" i="0" smtClean="0">
                <a:latin typeface="DM Sans 14pt" pitchFamily="2" charset="77"/>
              </a:rPr>
              <a:t>‹#›</a:t>
            </a:fld>
            <a:endParaRPr lang="en-US" sz="800" b="1" i="0">
              <a:latin typeface="DM Sans 14pt" pitchFamily="2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279CE2-5D47-E929-8AA3-0D15C2DF5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125" y="2464905"/>
            <a:ext cx="8415131" cy="1696451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5000" b="1" i="0">
                <a:latin typeface="DM Sans 14pt" pitchFamily="2" charset="77"/>
              </a:defRPr>
            </a:lvl1pPr>
          </a:lstStyle>
          <a:p>
            <a:r>
              <a:rPr lang="en-US"/>
              <a:t>Title lorem ipsum dolor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7BA32F-3D1E-469A-BDFA-5D732ADF8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F7A8F7E-49FB-5D1A-E33E-9E42F1EAA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0156" y="350611"/>
            <a:ext cx="1793495" cy="4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60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F12A1FB-0A77-2515-B556-BFBBE9946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607" y="222069"/>
            <a:ext cx="1318093" cy="32330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005B461-DD42-3F81-94AF-1EC24ECF8CC9}"/>
              </a:ext>
            </a:extLst>
          </p:cNvPr>
          <p:cNvGrpSpPr/>
          <p:nvPr/>
        </p:nvGrpSpPr>
        <p:grpSpPr>
          <a:xfrm>
            <a:off x="0" y="-12701"/>
            <a:ext cx="11417300" cy="1275984"/>
            <a:chOff x="0" y="-12701"/>
            <a:chExt cx="11417300" cy="1275984"/>
          </a:xfrm>
        </p:grpSpPr>
        <p:sp>
          <p:nvSpPr>
            <p:cNvPr id="17" name="Process 4">
              <a:extLst>
                <a:ext uri="{FF2B5EF4-FFF2-40B4-BE49-F238E27FC236}">
                  <a16:creationId xmlns:a16="http://schemas.microsoft.com/office/drawing/2014/main" id="{2E9D25B6-7268-474D-3C24-273A03E70DD0}"/>
                </a:ext>
              </a:extLst>
            </p:cNvPr>
            <p:cNvSpPr/>
            <p:nvPr/>
          </p:nvSpPr>
          <p:spPr>
            <a:xfrm>
              <a:off x="0" y="0"/>
              <a:ext cx="11125526" cy="1263283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2479"/>
                <a:gd name="connsiteY0" fmla="*/ 0 h 10000"/>
                <a:gd name="connsiteX1" fmla="*/ 10000 w 12479"/>
                <a:gd name="connsiteY1" fmla="*/ 0 h 10000"/>
                <a:gd name="connsiteX2" fmla="*/ 12479 w 12479"/>
                <a:gd name="connsiteY2" fmla="*/ 9975 h 10000"/>
                <a:gd name="connsiteX3" fmla="*/ 0 w 12479"/>
                <a:gd name="connsiteY3" fmla="*/ 10000 h 10000"/>
                <a:gd name="connsiteX4" fmla="*/ 0 w 12479"/>
                <a:gd name="connsiteY4" fmla="*/ 0 h 10000"/>
                <a:gd name="connsiteX0" fmla="*/ 0 w 12479"/>
                <a:gd name="connsiteY0" fmla="*/ 0 h 10000"/>
                <a:gd name="connsiteX1" fmla="*/ 10000 w 12479"/>
                <a:gd name="connsiteY1" fmla="*/ 0 h 10000"/>
                <a:gd name="connsiteX2" fmla="*/ 12479 w 12479"/>
                <a:gd name="connsiteY2" fmla="*/ 9975 h 10000"/>
                <a:gd name="connsiteX3" fmla="*/ 0 w 12479"/>
                <a:gd name="connsiteY3" fmla="*/ 10000 h 10000"/>
                <a:gd name="connsiteX4" fmla="*/ 0 w 12479"/>
                <a:gd name="connsiteY4" fmla="*/ 0 h 10000"/>
                <a:gd name="connsiteX0" fmla="*/ 0 w 12479"/>
                <a:gd name="connsiteY0" fmla="*/ 0 h 10000"/>
                <a:gd name="connsiteX1" fmla="*/ 10000 w 12479"/>
                <a:gd name="connsiteY1" fmla="*/ 0 h 10000"/>
                <a:gd name="connsiteX2" fmla="*/ 12479 w 12479"/>
                <a:gd name="connsiteY2" fmla="*/ 9975 h 10000"/>
                <a:gd name="connsiteX3" fmla="*/ 0 w 12479"/>
                <a:gd name="connsiteY3" fmla="*/ 10000 h 10000"/>
                <a:gd name="connsiteX4" fmla="*/ 0 w 12479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79" h="10000">
                  <a:moveTo>
                    <a:pt x="0" y="0"/>
                  </a:moveTo>
                  <a:lnTo>
                    <a:pt x="10000" y="0"/>
                  </a:lnTo>
                  <a:cubicBezTo>
                    <a:pt x="10858" y="2998"/>
                    <a:pt x="11685" y="6298"/>
                    <a:pt x="12479" y="9975"/>
                  </a:cubicBezTo>
                  <a:lnTo>
                    <a:pt x="0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Montserrat" pitchFamily="2" charset="77"/>
              </a:endParaRPr>
            </a:p>
          </p:txBody>
        </p:sp>
        <p:sp>
          <p:nvSpPr>
            <p:cNvPr id="18" name="Arc 11">
              <a:extLst>
                <a:ext uri="{FF2B5EF4-FFF2-40B4-BE49-F238E27FC236}">
                  <a16:creationId xmlns:a16="http://schemas.microsoft.com/office/drawing/2014/main" id="{3B5BBFDC-C521-7B60-77A9-635B8A8BA959}"/>
                </a:ext>
              </a:extLst>
            </p:cNvPr>
            <p:cNvSpPr/>
            <p:nvPr/>
          </p:nvSpPr>
          <p:spPr>
            <a:xfrm>
              <a:off x="9266237" y="-9525"/>
              <a:ext cx="2151063" cy="1270000"/>
            </a:xfrm>
            <a:custGeom>
              <a:avLst/>
              <a:gdLst>
                <a:gd name="connsiteX0" fmla="*/ 1065212 w 2130425"/>
                <a:gd name="connsiteY0" fmla="*/ 0 h 1263649"/>
                <a:gd name="connsiteX1" fmla="*/ 2130425 w 2130425"/>
                <a:gd name="connsiteY1" fmla="*/ 631825 h 1263649"/>
                <a:gd name="connsiteX2" fmla="*/ 1065213 w 2130425"/>
                <a:gd name="connsiteY2" fmla="*/ 631825 h 1263649"/>
                <a:gd name="connsiteX3" fmla="*/ 1065212 w 2130425"/>
                <a:gd name="connsiteY3" fmla="*/ 0 h 1263649"/>
                <a:gd name="connsiteX0" fmla="*/ 1065212 w 2130425"/>
                <a:gd name="connsiteY0" fmla="*/ 0 h 1263649"/>
                <a:gd name="connsiteX1" fmla="*/ 2130425 w 2130425"/>
                <a:gd name="connsiteY1" fmla="*/ 631825 h 1263649"/>
                <a:gd name="connsiteX0" fmla="*/ 1063625 w 2128838"/>
                <a:gd name="connsiteY0" fmla="*/ 0 h 631825"/>
                <a:gd name="connsiteX1" fmla="*/ 2128838 w 2128838"/>
                <a:gd name="connsiteY1" fmla="*/ 631825 h 631825"/>
                <a:gd name="connsiteX2" fmla="*/ 1063626 w 2128838"/>
                <a:gd name="connsiteY2" fmla="*/ 631825 h 631825"/>
                <a:gd name="connsiteX3" fmla="*/ 1063625 w 2128838"/>
                <a:gd name="connsiteY3" fmla="*/ 0 h 631825"/>
                <a:gd name="connsiteX0" fmla="*/ 0 w 2128838"/>
                <a:gd name="connsiteY0" fmla="*/ 3175 h 631825"/>
                <a:gd name="connsiteX1" fmla="*/ 2128838 w 2128838"/>
                <a:gd name="connsiteY1" fmla="*/ 631825 h 63182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85850 w 2151063"/>
                <a:gd name="connsiteY0" fmla="*/ 9525 h 1270000"/>
                <a:gd name="connsiteX1" fmla="*/ 2151063 w 2151063"/>
                <a:gd name="connsiteY1" fmla="*/ 641350 h 1270000"/>
                <a:gd name="connsiteX2" fmla="*/ 1085851 w 2151063"/>
                <a:gd name="connsiteY2" fmla="*/ 641350 h 1270000"/>
                <a:gd name="connsiteX3" fmla="*/ 1085850 w 2151063"/>
                <a:gd name="connsiteY3" fmla="*/ 9525 h 1270000"/>
                <a:gd name="connsiteX0" fmla="*/ 0 w 2151063"/>
                <a:gd name="connsiteY0" fmla="*/ 0 h 1270000"/>
                <a:gd name="connsiteX1" fmla="*/ 2151063 w 2151063"/>
                <a:gd name="connsiteY1" fmla="*/ 1270000 h 1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1063" h="1270000" stroke="0" extrusionOk="0">
                  <a:moveTo>
                    <a:pt x="1085850" y="9525"/>
                  </a:moveTo>
                  <a:cubicBezTo>
                    <a:pt x="1674151" y="9525"/>
                    <a:pt x="2151063" y="292403"/>
                    <a:pt x="2151063" y="641350"/>
                  </a:cubicBezTo>
                  <a:lnTo>
                    <a:pt x="1085851" y="641350"/>
                  </a:lnTo>
                  <a:cubicBezTo>
                    <a:pt x="1085851" y="430742"/>
                    <a:pt x="1085850" y="220133"/>
                    <a:pt x="1085850" y="9525"/>
                  </a:cubicBezTo>
                  <a:close/>
                </a:path>
                <a:path w="2151063" h="1270000" fill="none">
                  <a:moveTo>
                    <a:pt x="0" y="0"/>
                  </a:moveTo>
                  <a:cubicBezTo>
                    <a:pt x="635926" y="304800"/>
                    <a:pt x="1627188" y="879778"/>
                    <a:pt x="2151063" y="1270000"/>
                  </a:cubicBezTo>
                </a:path>
              </a:pathLst>
            </a:cu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Montserrat" pitchFamily="2" charset="77"/>
              </a:endParaRPr>
            </a:p>
          </p:txBody>
        </p:sp>
        <p:sp>
          <p:nvSpPr>
            <p:cNvPr id="19" name="Arc 11">
              <a:extLst>
                <a:ext uri="{FF2B5EF4-FFF2-40B4-BE49-F238E27FC236}">
                  <a16:creationId xmlns:a16="http://schemas.microsoft.com/office/drawing/2014/main" id="{C7C5CF6B-5BC8-DA6F-DDFE-95DAC61B0CE9}"/>
                </a:ext>
              </a:extLst>
            </p:cNvPr>
            <p:cNvSpPr/>
            <p:nvPr/>
          </p:nvSpPr>
          <p:spPr>
            <a:xfrm>
              <a:off x="7886110" y="-12701"/>
              <a:ext cx="2487613" cy="1273175"/>
            </a:xfrm>
            <a:custGeom>
              <a:avLst/>
              <a:gdLst>
                <a:gd name="connsiteX0" fmla="*/ 1065212 w 2130425"/>
                <a:gd name="connsiteY0" fmla="*/ 0 h 1263649"/>
                <a:gd name="connsiteX1" fmla="*/ 2130425 w 2130425"/>
                <a:gd name="connsiteY1" fmla="*/ 631825 h 1263649"/>
                <a:gd name="connsiteX2" fmla="*/ 1065213 w 2130425"/>
                <a:gd name="connsiteY2" fmla="*/ 631825 h 1263649"/>
                <a:gd name="connsiteX3" fmla="*/ 1065212 w 2130425"/>
                <a:gd name="connsiteY3" fmla="*/ 0 h 1263649"/>
                <a:gd name="connsiteX0" fmla="*/ 1065212 w 2130425"/>
                <a:gd name="connsiteY0" fmla="*/ 0 h 1263649"/>
                <a:gd name="connsiteX1" fmla="*/ 2130425 w 2130425"/>
                <a:gd name="connsiteY1" fmla="*/ 631825 h 1263649"/>
                <a:gd name="connsiteX0" fmla="*/ 1063625 w 2128838"/>
                <a:gd name="connsiteY0" fmla="*/ 0 h 631825"/>
                <a:gd name="connsiteX1" fmla="*/ 2128838 w 2128838"/>
                <a:gd name="connsiteY1" fmla="*/ 631825 h 631825"/>
                <a:gd name="connsiteX2" fmla="*/ 1063626 w 2128838"/>
                <a:gd name="connsiteY2" fmla="*/ 631825 h 631825"/>
                <a:gd name="connsiteX3" fmla="*/ 1063625 w 2128838"/>
                <a:gd name="connsiteY3" fmla="*/ 0 h 631825"/>
                <a:gd name="connsiteX0" fmla="*/ 0 w 2128838"/>
                <a:gd name="connsiteY0" fmla="*/ 3175 h 631825"/>
                <a:gd name="connsiteX1" fmla="*/ 2128838 w 2128838"/>
                <a:gd name="connsiteY1" fmla="*/ 631825 h 63182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63625 w 2128838"/>
                <a:gd name="connsiteY0" fmla="*/ 0 h 1260475"/>
                <a:gd name="connsiteX1" fmla="*/ 2128838 w 2128838"/>
                <a:gd name="connsiteY1" fmla="*/ 631825 h 1260475"/>
                <a:gd name="connsiteX2" fmla="*/ 1063626 w 2128838"/>
                <a:gd name="connsiteY2" fmla="*/ 631825 h 1260475"/>
                <a:gd name="connsiteX3" fmla="*/ 1063625 w 2128838"/>
                <a:gd name="connsiteY3" fmla="*/ 0 h 1260475"/>
                <a:gd name="connsiteX0" fmla="*/ 0 w 2128838"/>
                <a:gd name="connsiteY0" fmla="*/ 3175 h 1260475"/>
                <a:gd name="connsiteX1" fmla="*/ 2128838 w 2128838"/>
                <a:gd name="connsiteY1" fmla="*/ 1260475 h 1260475"/>
                <a:gd name="connsiteX0" fmla="*/ 1085850 w 2151063"/>
                <a:gd name="connsiteY0" fmla="*/ 9525 h 1270000"/>
                <a:gd name="connsiteX1" fmla="*/ 2151063 w 2151063"/>
                <a:gd name="connsiteY1" fmla="*/ 641350 h 1270000"/>
                <a:gd name="connsiteX2" fmla="*/ 1085851 w 2151063"/>
                <a:gd name="connsiteY2" fmla="*/ 641350 h 1270000"/>
                <a:gd name="connsiteX3" fmla="*/ 1085850 w 2151063"/>
                <a:gd name="connsiteY3" fmla="*/ 9525 h 1270000"/>
                <a:gd name="connsiteX0" fmla="*/ 0 w 2151063"/>
                <a:gd name="connsiteY0" fmla="*/ 0 h 1270000"/>
                <a:gd name="connsiteX1" fmla="*/ 2151063 w 2151063"/>
                <a:gd name="connsiteY1" fmla="*/ 1270000 h 1270000"/>
                <a:gd name="connsiteX0" fmla="*/ 1406525 w 2471738"/>
                <a:gd name="connsiteY0" fmla="*/ 3175 h 1263650"/>
                <a:gd name="connsiteX1" fmla="*/ 2471738 w 2471738"/>
                <a:gd name="connsiteY1" fmla="*/ 635000 h 1263650"/>
                <a:gd name="connsiteX2" fmla="*/ 1406526 w 2471738"/>
                <a:gd name="connsiteY2" fmla="*/ 635000 h 1263650"/>
                <a:gd name="connsiteX3" fmla="*/ 1406525 w 2471738"/>
                <a:gd name="connsiteY3" fmla="*/ 3175 h 1263650"/>
                <a:gd name="connsiteX0" fmla="*/ 0 w 2471738"/>
                <a:gd name="connsiteY0" fmla="*/ 0 h 1263650"/>
                <a:gd name="connsiteX1" fmla="*/ 2471738 w 2471738"/>
                <a:gd name="connsiteY1" fmla="*/ 1263650 h 1263650"/>
                <a:gd name="connsiteX0" fmla="*/ 1406525 w 2471738"/>
                <a:gd name="connsiteY0" fmla="*/ 3175 h 1263650"/>
                <a:gd name="connsiteX1" fmla="*/ 2471738 w 2471738"/>
                <a:gd name="connsiteY1" fmla="*/ 635000 h 1263650"/>
                <a:gd name="connsiteX2" fmla="*/ 1406526 w 2471738"/>
                <a:gd name="connsiteY2" fmla="*/ 635000 h 1263650"/>
                <a:gd name="connsiteX3" fmla="*/ 1406525 w 2471738"/>
                <a:gd name="connsiteY3" fmla="*/ 3175 h 1263650"/>
                <a:gd name="connsiteX0" fmla="*/ 0 w 2471738"/>
                <a:gd name="connsiteY0" fmla="*/ 0 h 1263650"/>
                <a:gd name="connsiteX1" fmla="*/ 2471738 w 2471738"/>
                <a:gd name="connsiteY1" fmla="*/ 1263650 h 1263650"/>
                <a:gd name="connsiteX0" fmla="*/ 1406525 w 2471738"/>
                <a:gd name="connsiteY0" fmla="*/ 3175 h 1263650"/>
                <a:gd name="connsiteX1" fmla="*/ 2471738 w 2471738"/>
                <a:gd name="connsiteY1" fmla="*/ 635000 h 1263650"/>
                <a:gd name="connsiteX2" fmla="*/ 1406526 w 2471738"/>
                <a:gd name="connsiteY2" fmla="*/ 635000 h 1263650"/>
                <a:gd name="connsiteX3" fmla="*/ 1406525 w 2471738"/>
                <a:gd name="connsiteY3" fmla="*/ 3175 h 1263650"/>
                <a:gd name="connsiteX0" fmla="*/ 0 w 2471738"/>
                <a:gd name="connsiteY0" fmla="*/ 0 h 1263650"/>
                <a:gd name="connsiteX1" fmla="*/ 2471738 w 2471738"/>
                <a:gd name="connsiteY1" fmla="*/ 1263650 h 1263650"/>
                <a:gd name="connsiteX0" fmla="*/ 1406525 w 2471738"/>
                <a:gd name="connsiteY0" fmla="*/ 3175 h 1263650"/>
                <a:gd name="connsiteX1" fmla="*/ 2471738 w 2471738"/>
                <a:gd name="connsiteY1" fmla="*/ 635000 h 1263650"/>
                <a:gd name="connsiteX2" fmla="*/ 1406526 w 2471738"/>
                <a:gd name="connsiteY2" fmla="*/ 635000 h 1263650"/>
                <a:gd name="connsiteX3" fmla="*/ 1406525 w 2471738"/>
                <a:gd name="connsiteY3" fmla="*/ 3175 h 1263650"/>
                <a:gd name="connsiteX0" fmla="*/ 0 w 2471738"/>
                <a:gd name="connsiteY0" fmla="*/ 0 h 1263650"/>
                <a:gd name="connsiteX1" fmla="*/ 2471738 w 2471738"/>
                <a:gd name="connsiteY1" fmla="*/ 1263650 h 1263650"/>
                <a:gd name="connsiteX0" fmla="*/ 1381125 w 2471738"/>
                <a:gd name="connsiteY0" fmla="*/ 0 h 1273175"/>
                <a:gd name="connsiteX1" fmla="*/ 2471738 w 2471738"/>
                <a:gd name="connsiteY1" fmla="*/ 644525 h 1273175"/>
                <a:gd name="connsiteX2" fmla="*/ 1406526 w 2471738"/>
                <a:gd name="connsiteY2" fmla="*/ 644525 h 1273175"/>
                <a:gd name="connsiteX3" fmla="*/ 1381125 w 2471738"/>
                <a:gd name="connsiteY3" fmla="*/ 0 h 1273175"/>
                <a:gd name="connsiteX0" fmla="*/ 0 w 2471738"/>
                <a:gd name="connsiteY0" fmla="*/ 9525 h 1273175"/>
                <a:gd name="connsiteX1" fmla="*/ 2471738 w 2471738"/>
                <a:gd name="connsiteY1" fmla="*/ 1273175 h 1273175"/>
                <a:gd name="connsiteX0" fmla="*/ 1397000 w 2487613"/>
                <a:gd name="connsiteY0" fmla="*/ 0 h 1273175"/>
                <a:gd name="connsiteX1" fmla="*/ 2487613 w 2487613"/>
                <a:gd name="connsiteY1" fmla="*/ 644525 h 1273175"/>
                <a:gd name="connsiteX2" fmla="*/ 1422401 w 2487613"/>
                <a:gd name="connsiteY2" fmla="*/ 644525 h 1273175"/>
                <a:gd name="connsiteX3" fmla="*/ 1397000 w 2487613"/>
                <a:gd name="connsiteY3" fmla="*/ 0 h 1273175"/>
                <a:gd name="connsiteX0" fmla="*/ 0 w 2487613"/>
                <a:gd name="connsiteY0" fmla="*/ 3175 h 1273175"/>
                <a:gd name="connsiteX1" fmla="*/ 2487613 w 2487613"/>
                <a:gd name="connsiteY1" fmla="*/ 1273175 h 1273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87613" h="1273175" stroke="0" extrusionOk="0">
                  <a:moveTo>
                    <a:pt x="1397000" y="0"/>
                  </a:moveTo>
                  <a:cubicBezTo>
                    <a:pt x="1985301" y="0"/>
                    <a:pt x="2487613" y="295578"/>
                    <a:pt x="2487613" y="644525"/>
                  </a:cubicBezTo>
                  <a:lnTo>
                    <a:pt x="1422401" y="644525"/>
                  </a:lnTo>
                  <a:cubicBezTo>
                    <a:pt x="1422401" y="433917"/>
                    <a:pt x="1397000" y="210608"/>
                    <a:pt x="1397000" y="0"/>
                  </a:cubicBezTo>
                  <a:close/>
                </a:path>
                <a:path w="2487613" h="1273175" fill="none">
                  <a:moveTo>
                    <a:pt x="0" y="3175"/>
                  </a:moveTo>
                  <a:cubicBezTo>
                    <a:pt x="661326" y="269875"/>
                    <a:pt x="1744663" y="800403"/>
                    <a:pt x="2487613" y="1273175"/>
                  </a:cubicBezTo>
                </a:path>
              </a:pathLst>
            </a:cu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Montserrat" pitchFamily="2" charset="77"/>
              </a:endParaRPr>
            </a:p>
          </p:txBody>
        </p:sp>
      </p:grp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385F7F3-9C46-A4F7-460A-D3F96D01A1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351" y="398928"/>
            <a:ext cx="8405486" cy="3810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45720" indent="0">
              <a:buNone/>
              <a:defRPr sz="2200" b="1" i="0">
                <a:solidFill>
                  <a:srgbClr val="440099"/>
                </a:solidFill>
                <a:latin typeface="DM Sans" pitchFamily="2" charset="77"/>
              </a:defRPr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</a:lstStyle>
          <a:p>
            <a:pPr lvl="0"/>
            <a:r>
              <a:rPr lang="en-US"/>
              <a:t>Title Goes Here (H1*)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16B2B-59C5-BB91-6136-4D355BE38FEE}"/>
              </a:ext>
            </a:extLst>
          </p:cNvPr>
          <p:cNvSpPr txBox="1"/>
          <p:nvPr/>
        </p:nvSpPr>
        <p:spPr>
          <a:xfrm>
            <a:off x="9362303" y="6561438"/>
            <a:ext cx="2224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0">
                <a:solidFill>
                  <a:schemeClr val="tx1"/>
                </a:solidFill>
                <a:latin typeface="DM Sans 14pt" pitchFamily="2" charset="77"/>
              </a:rPr>
              <a:t>©2025 EXTREME NETWORKS,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D5F26-C16C-62EA-376D-145EA6D5CF46}"/>
              </a:ext>
            </a:extLst>
          </p:cNvPr>
          <p:cNvSpPr txBox="1"/>
          <p:nvPr userDrawn="1"/>
        </p:nvSpPr>
        <p:spPr>
          <a:xfrm>
            <a:off x="11528854" y="6536202"/>
            <a:ext cx="3748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D173BAC-2D4A-1041-958B-8C29CE0F6A24}" type="slidenum">
              <a:rPr lang="en-US" sz="800" b="1" i="0" smtClean="0">
                <a:latin typeface="DM Sans 14pt" pitchFamily="2" charset="77"/>
              </a:rPr>
              <a:t>‹#›</a:t>
            </a:fld>
            <a:endParaRPr lang="en-US" sz="800" b="1" i="0">
              <a:latin typeface="DM Sans 14pt" pitchFamily="2" charset="77"/>
            </a:endParaRP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6BDE1D12-1B98-E2F4-3B52-E8070010F9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1651" y="2255526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678E7771-57B7-21C4-5043-5A0504640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62834" y="2255526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31CB9C09-3F80-3966-EB6F-A0F1741629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4017" y="2255526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34EAD5B9-375C-70AE-8DA7-A953488361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5200" y="2255526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8607EF85-BF65-0514-8638-17E70FE0A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3789" y="2257507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CE0A9ED3-E27D-E2A9-702C-F624CDE6C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4972" y="2257507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A125DD30-898A-5B24-F1A3-4A835F2D8E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46155" y="2257507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F6427BD6-742B-52BD-5E13-1C36B076EF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651" y="395296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B8B271B-EB04-4A5F-6163-2D199C5107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62834" y="395296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96A14D9-4387-22A9-A50D-2EF2EB226E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4017" y="395296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8110E17-AEB4-FCA9-34F5-111B10C712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5200" y="395296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B6D6EA4-F141-9C96-8976-3CB25FD85C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43789" y="395494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738E481-96FB-BD59-D349-8F168486FD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44972" y="395494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F301E6-AF7B-A1EB-27BC-3DD98D64DE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46155" y="395494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13F07FC-D851-4BE8-182C-C427D9A689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1651" y="561545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D57586F7-B7D3-062F-9DBC-639E22838C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62834" y="561545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DEC77FA2-86EC-CBF1-B2DD-3D27EF56A5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4017" y="561545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D154A8E1-8807-240E-6890-8786E35610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5200" y="5615451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6" name="Text Placeholder 35">
            <a:extLst>
              <a:ext uri="{FF2B5EF4-FFF2-40B4-BE49-F238E27FC236}">
                <a16:creationId xmlns:a16="http://schemas.microsoft.com/office/drawing/2014/main" id="{015C29D4-12C0-458A-B01D-59BAC2D5F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43789" y="561743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9824219B-0DDB-F654-959E-FDF5CA39A1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44972" y="561743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A04A3483-3606-EC78-5BA8-8101915D71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6155" y="5617432"/>
            <a:ext cx="1396530" cy="276998"/>
          </a:xfrm>
        </p:spPr>
        <p:txBody>
          <a:bodyPr anchor="ctr">
            <a:noAutofit/>
          </a:bodyPr>
          <a:lstStyle>
            <a:lvl1pPr marL="45720" indent="0" algn="ctr">
              <a:buFontTx/>
              <a:buNone/>
              <a:defRPr sz="1200" b="0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Tbd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21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80">
          <p15:clr>
            <a:srgbClr val="FBAE40"/>
          </p15:clr>
        </p15:guide>
        <p15:guide id="4" pos="72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circle with purple border&#10;&#10;AI-generated content may be incorrect.">
            <a:extLst>
              <a:ext uri="{FF2B5EF4-FFF2-40B4-BE49-F238E27FC236}">
                <a16:creationId xmlns:a16="http://schemas.microsoft.com/office/drawing/2014/main" id="{2D662A1D-1A4D-6A6B-0011-205214E7E8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A796EBE-B2D0-5C11-1F6A-ED0B98A8D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697" y="2732567"/>
            <a:ext cx="5678608" cy="1392866"/>
          </a:xfrm>
          <a:prstGeom prst="rect">
            <a:avLst/>
          </a:prstGeom>
        </p:spPr>
      </p:pic>
      <p:pic>
        <p:nvPicPr>
          <p:cNvPr id="2" name="Picture 1" descr="A black circle with purple border&#10;&#10;AI-generated content may be incorrect.">
            <a:extLst>
              <a:ext uri="{FF2B5EF4-FFF2-40B4-BE49-F238E27FC236}">
                <a16:creationId xmlns:a16="http://schemas.microsoft.com/office/drawing/2014/main" id="{99901530-293C-7BCE-F6AC-293ECF0A9D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03E35E3-1220-8E51-B383-ADCF7CB8B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6697" y="2732567"/>
            <a:ext cx="5678608" cy="1392866"/>
          </a:xfrm>
          <a:prstGeom prst="rect">
            <a:avLst/>
          </a:prstGeom>
        </p:spPr>
      </p:pic>
      <p:pic>
        <p:nvPicPr>
          <p:cNvPr id="4" name="Picture 3" descr="A black circle with purple border&#10;&#10;AI-generated content may be incorrect.">
            <a:extLst>
              <a:ext uri="{FF2B5EF4-FFF2-40B4-BE49-F238E27FC236}">
                <a16:creationId xmlns:a16="http://schemas.microsoft.com/office/drawing/2014/main" id="{57A5679B-08EA-9297-DCD8-B0491FDA27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2598600-2FFC-1702-0A40-C381C84D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6697" y="2732567"/>
            <a:ext cx="5678608" cy="13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8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B99A1-DB39-CB9F-4720-719B28A6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E45FD-3D6B-9F2E-EA17-D10FF79E8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6B84E-ACE5-BCD8-60D4-2DF8E5719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M Sans 14pt" pitchFamily="2" charset="77"/>
              </a:defRPr>
            </a:lvl1pPr>
          </a:lstStyle>
          <a:p>
            <a:fld id="{F1474781-E90D-0944-ACF3-3AC4743D98A2}" type="datetimeFigureOut">
              <a:rPr lang="en-US" smtClean="0"/>
              <a:pPr/>
              <a:t>7/16/25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8A1C-CE30-785D-FBF3-5426EBB64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M Sans 14pt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0086-7864-35D1-3C78-1A62DDC94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M Sans 14pt" pitchFamily="2" charset="77"/>
              </a:defRPr>
            </a:lvl1pPr>
          </a:lstStyle>
          <a:p>
            <a:fld id="{3D475AE4-BFE3-EF43-B5EB-5CB0EF530F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8" r:id="rId3"/>
    <p:sldLayoutId id="2147483849" r:id="rId4"/>
    <p:sldLayoutId id="214748386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M Sans 14pt" pitchFamily="2" charset="77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DM Sans 14pt" pitchFamily="2" charset="77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DM Sans 14pt" pitchFamily="2" charset="77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DM Sans 14pt" pitchFamily="2" charset="77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DM Sans 14pt" pitchFamily="2" charset="77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DM Sans 14p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9" Type="http://schemas.openxmlformats.org/officeDocument/2006/relationships/image" Target="../media/image47.svg"/><Relationship Id="rId21" Type="http://schemas.openxmlformats.org/officeDocument/2006/relationships/image" Target="../media/image29.svg"/><Relationship Id="rId34" Type="http://schemas.openxmlformats.org/officeDocument/2006/relationships/image" Target="../media/image42.png"/><Relationship Id="rId42" Type="http://schemas.openxmlformats.org/officeDocument/2006/relationships/image" Target="../media/image50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svg"/><Relationship Id="rId41" Type="http://schemas.openxmlformats.org/officeDocument/2006/relationships/image" Target="../media/image4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svg"/><Relationship Id="rId40" Type="http://schemas.openxmlformats.org/officeDocument/2006/relationships/image" Target="../media/image48.pn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31" Type="http://schemas.openxmlformats.org/officeDocument/2006/relationships/image" Target="../media/image39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43" Type="http://schemas.openxmlformats.org/officeDocument/2006/relationships/image" Target="../media/image51.svg"/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38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sv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9" Type="http://schemas.openxmlformats.org/officeDocument/2006/relationships/image" Target="../media/image89.svg"/><Relationship Id="rId21" Type="http://schemas.openxmlformats.org/officeDocument/2006/relationships/image" Target="../media/image71.svg"/><Relationship Id="rId34" Type="http://schemas.openxmlformats.org/officeDocument/2006/relationships/image" Target="../media/image84.png"/><Relationship Id="rId42" Type="http://schemas.openxmlformats.org/officeDocument/2006/relationships/image" Target="../media/image92.pn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svg"/><Relationship Id="rId41" Type="http://schemas.openxmlformats.org/officeDocument/2006/relationships/image" Target="../media/image9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87.svg"/><Relationship Id="rId40" Type="http://schemas.openxmlformats.org/officeDocument/2006/relationships/image" Target="../media/image90.png"/><Relationship Id="rId5" Type="http://schemas.openxmlformats.org/officeDocument/2006/relationships/image" Target="../media/image55.svg"/><Relationship Id="rId15" Type="http://schemas.openxmlformats.org/officeDocument/2006/relationships/image" Target="../media/image65.svg"/><Relationship Id="rId23" Type="http://schemas.openxmlformats.org/officeDocument/2006/relationships/image" Target="../media/image73.svg"/><Relationship Id="rId28" Type="http://schemas.openxmlformats.org/officeDocument/2006/relationships/image" Target="../media/image78.png"/><Relationship Id="rId36" Type="http://schemas.openxmlformats.org/officeDocument/2006/relationships/image" Target="../media/image86.png"/><Relationship Id="rId10" Type="http://schemas.openxmlformats.org/officeDocument/2006/relationships/image" Target="../media/image60.png"/><Relationship Id="rId19" Type="http://schemas.openxmlformats.org/officeDocument/2006/relationships/image" Target="../media/image69.svg"/><Relationship Id="rId31" Type="http://schemas.openxmlformats.org/officeDocument/2006/relationships/image" Target="../media/image81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svg"/><Relationship Id="rId30" Type="http://schemas.openxmlformats.org/officeDocument/2006/relationships/image" Target="../media/image80.png"/><Relationship Id="rId35" Type="http://schemas.openxmlformats.org/officeDocument/2006/relationships/image" Target="../media/image85.svg"/><Relationship Id="rId43" Type="http://schemas.openxmlformats.org/officeDocument/2006/relationships/image" Target="../media/image93.svg"/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12" Type="http://schemas.openxmlformats.org/officeDocument/2006/relationships/image" Target="../media/image62.png"/><Relationship Id="rId17" Type="http://schemas.openxmlformats.org/officeDocument/2006/relationships/image" Target="../media/image67.svg"/><Relationship Id="rId25" Type="http://schemas.openxmlformats.org/officeDocument/2006/relationships/image" Target="../media/image75.svg"/><Relationship Id="rId33" Type="http://schemas.openxmlformats.org/officeDocument/2006/relationships/image" Target="../media/image83.svg"/><Relationship Id="rId38" Type="http://schemas.openxmlformats.org/officeDocument/2006/relationships/image" Target="../media/image8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sv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9" Type="http://schemas.openxmlformats.org/officeDocument/2006/relationships/image" Target="../media/image131.svg"/><Relationship Id="rId21" Type="http://schemas.openxmlformats.org/officeDocument/2006/relationships/image" Target="../media/image113.svg"/><Relationship Id="rId34" Type="http://schemas.openxmlformats.org/officeDocument/2006/relationships/image" Target="../media/image126.png"/><Relationship Id="rId42" Type="http://schemas.openxmlformats.org/officeDocument/2006/relationships/image" Target="../media/image134.pn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121.svg"/><Relationship Id="rId41" Type="http://schemas.openxmlformats.org/officeDocument/2006/relationships/image" Target="../media/image1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.png"/><Relationship Id="rId11" Type="http://schemas.openxmlformats.org/officeDocument/2006/relationships/image" Target="../media/image103.sv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37" Type="http://schemas.openxmlformats.org/officeDocument/2006/relationships/image" Target="../media/image129.svg"/><Relationship Id="rId40" Type="http://schemas.openxmlformats.org/officeDocument/2006/relationships/image" Target="../media/image132.png"/><Relationship Id="rId5" Type="http://schemas.openxmlformats.org/officeDocument/2006/relationships/image" Target="../media/image97.svg"/><Relationship Id="rId15" Type="http://schemas.openxmlformats.org/officeDocument/2006/relationships/image" Target="../media/image107.svg"/><Relationship Id="rId23" Type="http://schemas.openxmlformats.org/officeDocument/2006/relationships/image" Target="../media/image115.sv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10" Type="http://schemas.openxmlformats.org/officeDocument/2006/relationships/image" Target="../media/image102.png"/><Relationship Id="rId19" Type="http://schemas.openxmlformats.org/officeDocument/2006/relationships/image" Target="../media/image111.svg"/><Relationship Id="rId31" Type="http://schemas.openxmlformats.org/officeDocument/2006/relationships/image" Target="../media/image123.svg"/><Relationship Id="rId4" Type="http://schemas.openxmlformats.org/officeDocument/2006/relationships/image" Target="../media/image96.png"/><Relationship Id="rId9" Type="http://schemas.openxmlformats.org/officeDocument/2006/relationships/image" Target="../media/image101.sv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svg"/><Relationship Id="rId30" Type="http://schemas.openxmlformats.org/officeDocument/2006/relationships/image" Target="../media/image122.png"/><Relationship Id="rId35" Type="http://schemas.openxmlformats.org/officeDocument/2006/relationships/image" Target="../media/image127.svg"/><Relationship Id="rId43" Type="http://schemas.openxmlformats.org/officeDocument/2006/relationships/image" Target="../media/image135.svg"/><Relationship Id="rId8" Type="http://schemas.openxmlformats.org/officeDocument/2006/relationships/image" Target="../media/image100.png"/><Relationship Id="rId3" Type="http://schemas.openxmlformats.org/officeDocument/2006/relationships/image" Target="../media/image95.svg"/><Relationship Id="rId12" Type="http://schemas.openxmlformats.org/officeDocument/2006/relationships/image" Target="../media/image104.png"/><Relationship Id="rId17" Type="http://schemas.openxmlformats.org/officeDocument/2006/relationships/image" Target="../media/image109.svg"/><Relationship Id="rId25" Type="http://schemas.openxmlformats.org/officeDocument/2006/relationships/image" Target="../media/image117.svg"/><Relationship Id="rId33" Type="http://schemas.openxmlformats.org/officeDocument/2006/relationships/image" Target="../media/image125.svg"/><Relationship Id="rId38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svg"/><Relationship Id="rId18" Type="http://schemas.openxmlformats.org/officeDocument/2006/relationships/image" Target="../media/image152.png"/><Relationship Id="rId26" Type="http://schemas.openxmlformats.org/officeDocument/2006/relationships/image" Target="../media/image160.png"/><Relationship Id="rId39" Type="http://schemas.openxmlformats.org/officeDocument/2006/relationships/image" Target="../media/image173.svg"/><Relationship Id="rId21" Type="http://schemas.openxmlformats.org/officeDocument/2006/relationships/image" Target="../media/image155.svg"/><Relationship Id="rId34" Type="http://schemas.openxmlformats.org/officeDocument/2006/relationships/image" Target="../media/image168.png"/><Relationship Id="rId42" Type="http://schemas.openxmlformats.org/officeDocument/2006/relationships/image" Target="../media/image176.png"/><Relationship Id="rId7" Type="http://schemas.openxmlformats.org/officeDocument/2006/relationships/image" Target="../media/image141.svg"/><Relationship Id="rId2" Type="http://schemas.openxmlformats.org/officeDocument/2006/relationships/image" Target="../media/image136.png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29" Type="http://schemas.openxmlformats.org/officeDocument/2006/relationships/image" Target="../media/image163.svg"/><Relationship Id="rId41" Type="http://schemas.openxmlformats.org/officeDocument/2006/relationships/image" Target="../media/image17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11" Type="http://schemas.openxmlformats.org/officeDocument/2006/relationships/image" Target="../media/image145.svg"/><Relationship Id="rId24" Type="http://schemas.openxmlformats.org/officeDocument/2006/relationships/image" Target="../media/image158.png"/><Relationship Id="rId32" Type="http://schemas.openxmlformats.org/officeDocument/2006/relationships/image" Target="../media/image166.png"/><Relationship Id="rId37" Type="http://schemas.openxmlformats.org/officeDocument/2006/relationships/image" Target="../media/image171.svg"/><Relationship Id="rId40" Type="http://schemas.openxmlformats.org/officeDocument/2006/relationships/image" Target="../media/image174.png"/><Relationship Id="rId5" Type="http://schemas.openxmlformats.org/officeDocument/2006/relationships/image" Target="../media/image139.svg"/><Relationship Id="rId15" Type="http://schemas.openxmlformats.org/officeDocument/2006/relationships/image" Target="../media/image149.svg"/><Relationship Id="rId23" Type="http://schemas.openxmlformats.org/officeDocument/2006/relationships/image" Target="../media/image157.svg"/><Relationship Id="rId28" Type="http://schemas.openxmlformats.org/officeDocument/2006/relationships/image" Target="../media/image162.png"/><Relationship Id="rId36" Type="http://schemas.openxmlformats.org/officeDocument/2006/relationships/image" Target="../media/image170.png"/><Relationship Id="rId10" Type="http://schemas.openxmlformats.org/officeDocument/2006/relationships/image" Target="../media/image144.png"/><Relationship Id="rId19" Type="http://schemas.openxmlformats.org/officeDocument/2006/relationships/image" Target="../media/image153.svg"/><Relationship Id="rId31" Type="http://schemas.openxmlformats.org/officeDocument/2006/relationships/image" Target="../media/image165.svg"/><Relationship Id="rId4" Type="http://schemas.openxmlformats.org/officeDocument/2006/relationships/image" Target="../media/image138.png"/><Relationship Id="rId9" Type="http://schemas.openxmlformats.org/officeDocument/2006/relationships/image" Target="../media/image143.sv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Relationship Id="rId27" Type="http://schemas.openxmlformats.org/officeDocument/2006/relationships/image" Target="../media/image161.svg"/><Relationship Id="rId30" Type="http://schemas.openxmlformats.org/officeDocument/2006/relationships/image" Target="../media/image164.png"/><Relationship Id="rId35" Type="http://schemas.openxmlformats.org/officeDocument/2006/relationships/image" Target="../media/image169.svg"/><Relationship Id="rId43" Type="http://schemas.openxmlformats.org/officeDocument/2006/relationships/image" Target="../media/image177.svg"/><Relationship Id="rId8" Type="http://schemas.openxmlformats.org/officeDocument/2006/relationships/image" Target="../media/image142.png"/><Relationship Id="rId3" Type="http://schemas.openxmlformats.org/officeDocument/2006/relationships/image" Target="../media/image137.svg"/><Relationship Id="rId12" Type="http://schemas.openxmlformats.org/officeDocument/2006/relationships/image" Target="../media/image146.png"/><Relationship Id="rId17" Type="http://schemas.openxmlformats.org/officeDocument/2006/relationships/image" Target="../media/image151.svg"/><Relationship Id="rId25" Type="http://schemas.openxmlformats.org/officeDocument/2006/relationships/image" Target="../media/image159.svg"/><Relationship Id="rId33" Type="http://schemas.openxmlformats.org/officeDocument/2006/relationships/image" Target="../media/image167.svg"/><Relationship Id="rId38" Type="http://schemas.openxmlformats.org/officeDocument/2006/relationships/image" Target="../media/image17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9.svg"/><Relationship Id="rId18" Type="http://schemas.openxmlformats.org/officeDocument/2006/relationships/image" Target="../media/image194.png"/><Relationship Id="rId26" Type="http://schemas.openxmlformats.org/officeDocument/2006/relationships/image" Target="../media/image202.png"/><Relationship Id="rId39" Type="http://schemas.openxmlformats.org/officeDocument/2006/relationships/image" Target="../media/image215.svg"/><Relationship Id="rId21" Type="http://schemas.openxmlformats.org/officeDocument/2006/relationships/image" Target="../media/image197.svg"/><Relationship Id="rId34" Type="http://schemas.openxmlformats.org/officeDocument/2006/relationships/image" Target="../media/image210.png"/><Relationship Id="rId42" Type="http://schemas.openxmlformats.org/officeDocument/2006/relationships/image" Target="../media/image218.png"/><Relationship Id="rId7" Type="http://schemas.openxmlformats.org/officeDocument/2006/relationships/image" Target="../media/image183.svg"/><Relationship Id="rId2" Type="http://schemas.openxmlformats.org/officeDocument/2006/relationships/image" Target="../media/image178.png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29" Type="http://schemas.openxmlformats.org/officeDocument/2006/relationships/image" Target="../media/image205.svg"/><Relationship Id="rId41" Type="http://schemas.openxmlformats.org/officeDocument/2006/relationships/image" Target="../media/image21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2.png"/><Relationship Id="rId11" Type="http://schemas.openxmlformats.org/officeDocument/2006/relationships/image" Target="../media/image187.svg"/><Relationship Id="rId24" Type="http://schemas.openxmlformats.org/officeDocument/2006/relationships/image" Target="../media/image200.png"/><Relationship Id="rId32" Type="http://schemas.openxmlformats.org/officeDocument/2006/relationships/image" Target="../media/image208.png"/><Relationship Id="rId37" Type="http://schemas.openxmlformats.org/officeDocument/2006/relationships/image" Target="../media/image213.svg"/><Relationship Id="rId40" Type="http://schemas.openxmlformats.org/officeDocument/2006/relationships/image" Target="../media/image216.png"/><Relationship Id="rId5" Type="http://schemas.openxmlformats.org/officeDocument/2006/relationships/image" Target="../media/image181.svg"/><Relationship Id="rId15" Type="http://schemas.openxmlformats.org/officeDocument/2006/relationships/image" Target="../media/image191.svg"/><Relationship Id="rId23" Type="http://schemas.openxmlformats.org/officeDocument/2006/relationships/image" Target="../media/image199.svg"/><Relationship Id="rId28" Type="http://schemas.openxmlformats.org/officeDocument/2006/relationships/image" Target="../media/image204.png"/><Relationship Id="rId36" Type="http://schemas.openxmlformats.org/officeDocument/2006/relationships/image" Target="../media/image212.png"/><Relationship Id="rId10" Type="http://schemas.openxmlformats.org/officeDocument/2006/relationships/image" Target="../media/image186.png"/><Relationship Id="rId19" Type="http://schemas.openxmlformats.org/officeDocument/2006/relationships/image" Target="../media/image195.svg"/><Relationship Id="rId31" Type="http://schemas.openxmlformats.org/officeDocument/2006/relationships/image" Target="../media/image207.svg"/><Relationship Id="rId4" Type="http://schemas.openxmlformats.org/officeDocument/2006/relationships/image" Target="../media/image180.png"/><Relationship Id="rId9" Type="http://schemas.openxmlformats.org/officeDocument/2006/relationships/image" Target="../media/image185.svg"/><Relationship Id="rId14" Type="http://schemas.openxmlformats.org/officeDocument/2006/relationships/image" Target="../media/image190.png"/><Relationship Id="rId22" Type="http://schemas.openxmlformats.org/officeDocument/2006/relationships/image" Target="../media/image198.png"/><Relationship Id="rId27" Type="http://schemas.openxmlformats.org/officeDocument/2006/relationships/image" Target="../media/image203.svg"/><Relationship Id="rId30" Type="http://schemas.openxmlformats.org/officeDocument/2006/relationships/image" Target="../media/image206.png"/><Relationship Id="rId35" Type="http://schemas.openxmlformats.org/officeDocument/2006/relationships/image" Target="../media/image211.svg"/><Relationship Id="rId43" Type="http://schemas.openxmlformats.org/officeDocument/2006/relationships/image" Target="../media/image219.svg"/><Relationship Id="rId8" Type="http://schemas.openxmlformats.org/officeDocument/2006/relationships/image" Target="../media/image184.png"/><Relationship Id="rId3" Type="http://schemas.openxmlformats.org/officeDocument/2006/relationships/image" Target="../media/image179.svg"/><Relationship Id="rId12" Type="http://schemas.openxmlformats.org/officeDocument/2006/relationships/image" Target="../media/image188.png"/><Relationship Id="rId17" Type="http://schemas.openxmlformats.org/officeDocument/2006/relationships/image" Target="../media/image193.svg"/><Relationship Id="rId25" Type="http://schemas.openxmlformats.org/officeDocument/2006/relationships/image" Target="../media/image201.svg"/><Relationship Id="rId33" Type="http://schemas.openxmlformats.org/officeDocument/2006/relationships/image" Target="../media/image209.svg"/><Relationship Id="rId38" Type="http://schemas.openxmlformats.org/officeDocument/2006/relationships/image" Target="../media/image21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svg"/><Relationship Id="rId18" Type="http://schemas.openxmlformats.org/officeDocument/2006/relationships/image" Target="../media/image236.png"/><Relationship Id="rId26" Type="http://schemas.openxmlformats.org/officeDocument/2006/relationships/image" Target="../media/image244.png"/><Relationship Id="rId39" Type="http://schemas.openxmlformats.org/officeDocument/2006/relationships/image" Target="../media/image257.svg"/><Relationship Id="rId21" Type="http://schemas.openxmlformats.org/officeDocument/2006/relationships/image" Target="../media/image239.svg"/><Relationship Id="rId34" Type="http://schemas.openxmlformats.org/officeDocument/2006/relationships/image" Target="../media/image252.png"/><Relationship Id="rId7" Type="http://schemas.openxmlformats.org/officeDocument/2006/relationships/image" Target="../media/image225.svg"/><Relationship Id="rId2" Type="http://schemas.openxmlformats.org/officeDocument/2006/relationships/image" Target="../media/image220.png"/><Relationship Id="rId16" Type="http://schemas.openxmlformats.org/officeDocument/2006/relationships/image" Target="../media/image234.png"/><Relationship Id="rId20" Type="http://schemas.openxmlformats.org/officeDocument/2006/relationships/image" Target="../media/image238.png"/><Relationship Id="rId29" Type="http://schemas.openxmlformats.org/officeDocument/2006/relationships/image" Target="../media/image247.svg"/><Relationship Id="rId41" Type="http://schemas.openxmlformats.org/officeDocument/2006/relationships/image" Target="../media/image25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4.png"/><Relationship Id="rId11" Type="http://schemas.openxmlformats.org/officeDocument/2006/relationships/image" Target="../media/image229.svg"/><Relationship Id="rId24" Type="http://schemas.openxmlformats.org/officeDocument/2006/relationships/image" Target="../media/image242.png"/><Relationship Id="rId32" Type="http://schemas.openxmlformats.org/officeDocument/2006/relationships/image" Target="../media/image250.png"/><Relationship Id="rId37" Type="http://schemas.openxmlformats.org/officeDocument/2006/relationships/image" Target="../media/image255.svg"/><Relationship Id="rId40" Type="http://schemas.openxmlformats.org/officeDocument/2006/relationships/image" Target="../media/image258.png"/><Relationship Id="rId5" Type="http://schemas.openxmlformats.org/officeDocument/2006/relationships/image" Target="../media/image223.svg"/><Relationship Id="rId15" Type="http://schemas.openxmlformats.org/officeDocument/2006/relationships/image" Target="../media/image233.svg"/><Relationship Id="rId23" Type="http://schemas.openxmlformats.org/officeDocument/2006/relationships/image" Target="../media/image241.svg"/><Relationship Id="rId28" Type="http://schemas.openxmlformats.org/officeDocument/2006/relationships/image" Target="../media/image246.png"/><Relationship Id="rId36" Type="http://schemas.openxmlformats.org/officeDocument/2006/relationships/image" Target="../media/image254.png"/><Relationship Id="rId10" Type="http://schemas.openxmlformats.org/officeDocument/2006/relationships/image" Target="../media/image228.png"/><Relationship Id="rId19" Type="http://schemas.openxmlformats.org/officeDocument/2006/relationships/image" Target="../media/image237.svg"/><Relationship Id="rId31" Type="http://schemas.openxmlformats.org/officeDocument/2006/relationships/image" Target="../media/image249.svg"/><Relationship Id="rId4" Type="http://schemas.openxmlformats.org/officeDocument/2006/relationships/image" Target="../media/image222.png"/><Relationship Id="rId9" Type="http://schemas.openxmlformats.org/officeDocument/2006/relationships/image" Target="../media/image227.svg"/><Relationship Id="rId14" Type="http://schemas.openxmlformats.org/officeDocument/2006/relationships/image" Target="../media/image232.png"/><Relationship Id="rId22" Type="http://schemas.openxmlformats.org/officeDocument/2006/relationships/image" Target="../media/image240.png"/><Relationship Id="rId27" Type="http://schemas.openxmlformats.org/officeDocument/2006/relationships/image" Target="../media/image245.svg"/><Relationship Id="rId30" Type="http://schemas.openxmlformats.org/officeDocument/2006/relationships/image" Target="../media/image248.png"/><Relationship Id="rId35" Type="http://schemas.openxmlformats.org/officeDocument/2006/relationships/image" Target="../media/image253.svg"/><Relationship Id="rId8" Type="http://schemas.openxmlformats.org/officeDocument/2006/relationships/image" Target="../media/image226.png"/><Relationship Id="rId3" Type="http://schemas.openxmlformats.org/officeDocument/2006/relationships/image" Target="../media/image221.svg"/><Relationship Id="rId12" Type="http://schemas.openxmlformats.org/officeDocument/2006/relationships/image" Target="../media/image230.png"/><Relationship Id="rId17" Type="http://schemas.openxmlformats.org/officeDocument/2006/relationships/image" Target="../media/image235.svg"/><Relationship Id="rId25" Type="http://schemas.openxmlformats.org/officeDocument/2006/relationships/image" Target="../media/image243.svg"/><Relationship Id="rId33" Type="http://schemas.openxmlformats.org/officeDocument/2006/relationships/image" Target="../media/image251.svg"/><Relationship Id="rId38" Type="http://schemas.openxmlformats.org/officeDocument/2006/relationships/image" Target="../media/image25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1.svg"/><Relationship Id="rId18" Type="http://schemas.openxmlformats.org/officeDocument/2006/relationships/image" Target="../media/image276.png"/><Relationship Id="rId26" Type="http://schemas.openxmlformats.org/officeDocument/2006/relationships/image" Target="../media/image284.png"/><Relationship Id="rId39" Type="http://schemas.openxmlformats.org/officeDocument/2006/relationships/image" Target="../media/image297.svg"/><Relationship Id="rId21" Type="http://schemas.openxmlformats.org/officeDocument/2006/relationships/image" Target="../media/image279.svg"/><Relationship Id="rId34" Type="http://schemas.openxmlformats.org/officeDocument/2006/relationships/image" Target="../media/image292.png"/><Relationship Id="rId7" Type="http://schemas.openxmlformats.org/officeDocument/2006/relationships/image" Target="../media/image265.svg"/><Relationship Id="rId2" Type="http://schemas.openxmlformats.org/officeDocument/2006/relationships/image" Target="../media/image260.png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29" Type="http://schemas.openxmlformats.org/officeDocument/2006/relationships/image" Target="../media/image287.svg"/><Relationship Id="rId41" Type="http://schemas.openxmlformats.org/officeDocument/2006/relationships/image" Target="../media/image29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4.png"/><Relationship Id="rId11" Type="http://schemas.openxmlformats.org/officeDocument/2006/relationships/image" Target="../media/image269.svg"/><Relationship Id="rId24" Type="http://schemas.openxmlformats.org/officeDocument/2006/relationships/image" Target="../media/image282.png"/><Relationship Id="rId32" Type="http://schemas.openxmlformats.org/officeDocument/2006/relationships/image" Target="../media/image290.png"/><Relationship Id="rId37" Type="http://schemas.openxmlformats.org/officeDocument/2006/relationships/image" Target="../media/image295.svg"/><Relationship Id="rId40" Type="http://schemas.openxmlformats.org/officeDocument/2006/relationships/image" Target="../media/image298.png"/><Relationship Id="rId5" Type="http://schemas.openxmlformats.org/officeDocument/2006/relationships/image" Target="../media/image263.svg"/><Relationship Id="rId15" Type="http://schemas.openxmlformats.org/officeDocument/2006/relationships/image" Target="../media/image273.svg"/><Relationship Id="rId23" Type="http://schemas.openxmlformats.org/officeDocument/2006/relationships/image" Target="../media/image281.svg"/><Relationship Id="rId28" Type="http://schemas.openxmlformats.org/officeDocument/2006/relationships/image" Target="../media/image286.png"/><Relationship Id="rId36" Type="http://schemas.openxmlformats.org/officeDocument/2006/relationships/image" Target="../media/image294.png"/><Relationship Id="rId10" Type="http://schemas.openxmlformats.org/officeDocument/2006/relationships/image" Target="../media/image268.png"/><Relationship Id="rId19" Type="http://schemas.openxmlformats.org/officeDocument/2006/relationships/image" Target="../media/image277.svg"/><Relationship Id="rId31" Type="http://schemas.openxmlformats.org/officeDocument/2006/relationships/image" Target="../media/image289.svg"/><Relationship Id="rId4" Type="http://schemas.openxmlformats.org/officeDocument/2006/relationships/image" Target="../media/image262.png"/><Relationship Id="rId9" Type="http://schemas.openxmlformats.org/officeDocument/2006/relationships/image" Target="../media/image267.svg"/><Relationship Id="rId14" Type="http://schemas.openxmlformats.org/officeDocument/2006/relationships/image" Target="../media/image272.png"/><Relationship Id="rId22" Type="http://schemas.openxmlformats.org/officeDocument/2006/relationships/image" Target="../media/image280.png"/><Relationship Id="rId27" Type="http://schemas.openxmlformats.org/officeDocument/2006/relationships/image" Target="../media/image285.svg"/><Relationship Id="rId30" Type="http://schemas.openxmlformats.org/officeDocument/2006/relationships/image" Target="../media/image288.png"/><Relationship Id="rId35" Type="http://schemas.openxmlformats.org/officeDocument/2006/relationships/image" Target="../media/image293.svg"/><Relationship Id="rId8" Type="http://schemas.openxmlformats.org/officeDocument/2006/relationships/image" Target="../media/image266.png"/><Relationship Id="rId3" Type="http://schemas.openxmlformats.org/officeDocument/2006/relationships/image" Target="../media/image261.svg"/><Relationship Id="rId12" Type="http://schemas.openxmlformats.org/officeDocument/2006/relationships/image" Target="../media/image270.png"/><Relationship Id="rId17" Type="http://schemas.openxmlformats.org/officeDocument/2006/relationships/image" Target="../media/image275.svg"/><Relationship Id="rId25" Type="http://schemas.openxmlformats.org/officeDocument/2006/relationships/image" Target="../media/image283.svg"/><Relationship Id="rId33" Type="http://schemas.openxmlformats.org/officeDocument/2006/relationships/image" Target="../media/image291.svg"/><Relationship Id="rId38" Type="http://schemas.openxmlformats.org/officeDocument/2006/relationships/image" Target="../media/image29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11.svg"/><Relationship Id="rId3" Type="http://schemas.openxmlformats.org/officeDocument/2006/relationships/image" Target="../media/image301.svg"/><Relationship Id="rId7" Type="http://schemas.openxmlformats.org/officeDocument/2006/relationships/image" Target="../media/image305.svg"/><Relationship Id="rId12" Type="http://schemas.openxmlformats.org/officeDocument/2006/relationships/image" Target="../media/image310.png"/><Relationship Id="rId17" Type="http://schemas.openxmlformats.org/officeDocument/2006/relationships/image" Target="../media/image315.svg"/><Relationship Id="rId2" Type="http://schemas.openxmlformats.org/officeDocument/2006/relationships/image" Target="../media/image300.png"/><Relationship Id="rId16" Type="http://schemas.openxmlformats.org/officeDocument/2006/relationships/image" Target="../media/image3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4.png"/><Relationship Id="rId11" Type="http://schemas.openxmlformats.org/officeDocument/2006/relationships/image" Target="../media/image309.svg"/><Relationship Id="rId5" Type="http://schemas.openxmlformats.org/officeDocument/2006/relationships/image" Target="../media/image303.svg"/><Relationship Id="rId15" Type="http://schemas.openxmlformats.org/officeDocument/2006/relationships/image" Target="../media/image313.svg"/><Relationship Id="rId10" Type="http://schemas.openxmlformats.org/officeDocument/2006/relationships/image" Target="../media/image308.png"/><Relationship Id="rId4" Type="http://schemas.openxmlformats.org/officeDocument/2006/relationships/image" Target="../media/image302.png"/><Relationship Id="rId9" Type="http://schemas.openxmlformats.org/officeDocument/2006/relationships/image" Target="../media/image307.svg"/><Relationship Id="rId14" Type="http://schemas.openxmlformats.org/officeDocument/2006/relationships/image" Target="../media/image3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png"/><Relationship Id="rId13" Type="http://schemas.openxmlformats.org/officeDocument/2006/relationships/image" Target="../media/image327.svg"/><Relationship Id="rId3" Type="http://schemas.openxmlformats.org/officeDocument/2006/relationships/image" Target="../media/image317.svg"/><Relationship Id="rId7" Type="http://schemas.openxmlformats.org/officeDocument/2006/relationships/image" Target="../media/image321.svg"/><Relationship Id="rId12" Type="http://schemas.openxmlformats.org/officeDocument/2006/relationships/image" Target="../media/image326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0.png"/><Relationship Id="rId11" Type="http://schemas.openxmlformats.org/officeDocument/2006/relationships/image" Target="../media/image325.svg"/><Relationship Id="rId5" Type="http://schemas.openxmlformats.org/officeDocument/2006/relationships/image" Target="../media/image319.svg"/><Relationship Id="rId15" Type="http://schemas.openxmlformats.org/officeDocument/2006/relationships/image" Target="../media/image329.svg"/><Relationship Id="rId10" Type="http://schemas.openxmlformats.org/officeDocument/2006/relationships/image" Target="../media/image324.png"/><Relationship Id="rId4" Type="http://schemas.openxmlformats.org/officeDocument/2006/relationships/image" Target="../media/image318.png"/><Relationship Id="rId9" Type="http://schemas.openxmlformats.org/officeDocument/2006/relationships/image" Target="../media/image323.svg"/><Relationship Id="rId14" Type="http://schemas.openxmlformats.org/officeDocument/2006/relationships/image" Target="../media/image3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1.svg"/><Relationship Id="rId18" Type="http://schemas.openxmlformats.org/officeDocument/2006/relationships/image" Target="../media/image346.png"/><Relationship Id="rId26" Type="http://schemas.openxmlformats.org/officeDocument/2006/relationships/image" Target="../media/image354.png"/><Relationship Id="rId39" Type="http://schemas.openxmlformats.org/officeDocument/2006/relationships/image" Target="../media/image365.svg"/><Relationship Id="rId21" Type="http://schemas.openxmlformats.org/officeDocument/2006/relationships/image" Target="../media/image349.svg"/><Relationship Id="rId34" Type="http://schemas.openxmlformats.org/officeDocument/2006/relationships/image" Target="../media/image360.png"/><Relationship Id="rId42" Type="http://schemas.openxmlformats.org/officeDocument/2006/relationships/image" Target="../media/image368.png"/><Relationship Id="rId7" Type="http://schemas.openxmlformats.org/officeDocument/2006/relationships/image" Target="../media/image335.svg"/><Relationship Id="rId2" Type="http://schemas.openxmlformats.org/officeDocument/2006/relationships/image" Target="../media/image330.png"/><Relationship Id="rId16" Type="http://schemas.openxmlformats.org/officeDocument/2006/relationships/image" Target="../media/image344.png"/><Relationship Id="rId20" Type="http://schemas.openxmlformats.org/officeDocument/2006/relationships/image" Target="../media/image348.png"/><Relationship Id="rId29" Type="http://schemas.openxmlformats.org/officeDocument/2006/relationships/image" Target="../media/image357.svg"/><Relationship Id="rId41" Type="http://schemas.openxmlformats.org/officeDocument/2006/relationships/image" Target="../media/image36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4.png"/><Relationship Id="rId11" Type="http://schemas.openxmlformats.org/officeDocument/2006/relationships/image" Target="../media/image339.svg"/><Relationship Id="rId24" Type="http://schemas.openxmlformats.org/officeDocument/2006/relationships/image" Target="../media/image352.png"/><Relationship Id="rId32" Type="http://schemas.openxmlformats.org/officeDocument/2006/relationships/image" Target="../media/image358.png"/><Relationship Id="rId37" Type="http://schemas.openxmlformats.org/officeDocument/2006/relationships/image" Target="../media/image363.svg"/><Relationship Id="rId40" Type="http://schemas.openxmlformats.org/officeDocument/2006/relationships/image" Target="../media/image366.png"/><Relationship Id="rId5" Type="http://schemas.openxmlformats.org/officeDocument/2006/relationships/image" Target="../media/image333.svg"/><Relationship Id="rId15" Type="http://schemas.openxmlformats.org/officeDocument/2006/relationships/image" Target="../media/image343.svg"/><Relationship Id="rId23" Type="http://schemas.openxmlformats.org/officeDocument/2006/relationships/image" Target="../media/image351.svg"/><Relationship Id="rId28" Type="http://schemas.openxmlformats.org/officeDocument/2006/relationships/image" Target="../media/image356.png"/><Relationship Id="rId36" Type="http://schemas.openxmlformats.org/officeDocument/2006/relationships/image" Target="../media/image362.png"/><Relationship Id="rId10" Type="http://schemas.openxmlformats.org/officeDocument/2006/relationships/image" Target="../media/image338.png"/><Relationship Id="rId19" Type="http://schemas.openxmlformats.org/officeDocument/2006/relationships/image" Target="../media/image347.svg"/><Relationship Id="rId31" Type="http://schemas.openxmlformats.org/officeDocument/2006/relationships/image" Target="../media/image293.svg"/><Relationship Id="rId4" Type="http://schemas.openxmlformats.org/officeDocument/2006/relationships/image" Target="../media/image332.png"/><Relationship Id="rId9" Type="http://schemas.openxmlformats.org/officeDocument/2006/relationships/image" Target="../media/image337.svg"/><Relationship Id="rId14" Type="http://schemas.openxmlformats.org/officeDocument/2006/relationships/image" Target="../media/image342.png"/><Relationship Id="rId22" Type="http://schemas.openxmlformats.org/officeDocument/2006/relationships/image" Target="../media/image350.png"/><Relationship Id="rId27" Type="http://schemas.openxmlformats.org/officeDocument/2006/relationships/image" Target="../media/image355.svg"/><Relationship Id="rId30" Type="http://schemas.openxmlformats.org/officeDocument/2006/relationships/image" Target="../media/image292.png"/><Relationship Id="rId35" Type="http://schemas.openxmlformats.org/officeDocument/2006/relationships/image" Target="../media/image361.svg"/><Relationship Id="rId43" Type="http://schemas.openxmlformats.org/officeDocument/2006/relationships/image" Target="../media/image369.svg"/><Relationship Id="rId8" Type="http://schemas.openxmlformats.org/officeDocument/2006/relationships/image" Target="../media/image336.png"/><Relationship Id="rId3" Type="http://schemas.openxmlformats.org/officeDocument/2006/relationships/image" Target="../media/image331.svg"/><Relationship Id="rId12" Type="http://schemas.openxmlformats.org/officeDocument/2006/relationships/image" Target="../media/image340.png"/><Relationship Id="rId17" Type="http://schemas.openxmlformats.org/officeDocument/2006/relationships/image" Target="../media/image345.svg"/><Relationship Id="rId25" Type="http://schemas.openxmlformats.org/officeDocument/2006/relationships/image" Target="../media/image353.svg"/><Relationship Id="rId33" Type="http://schemas.openxmlformats.org/officeDocument/2006/relationships/image" Target="../media/image359.svg"/><Relationship Id="rId38" Type="http://schemas.openxmlformats.org/officeDocument/2006/relationships/image" Target="../media/image36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1.svg"/><Relationship Id="rId18" Type="http://schemas.openxmlformats.org/officeDocument/2006/relationships/image" Target="../media/image386.png"/><Relationship Id="rId26" Type="http://schemas.openxmlformats.org/officeDocument/2006/relationships/image" Target="../media/image394.png"/><Relationship Id="rId39" Type="http://schemas.openxmlformats.org/officeDocument/2006/relationships/image" Target="../media/image407.svg"/><Relationship Id="rId21" Type="http://schemas.openxmlformats.org/officeDocument/2006/relationships/image" Target="../media/image389.svg"/><Relationship Id="rId34" Type="http://schemas.openxmlformats.org/officeDocument/2006/relationships/image" Target="../media/image402.png"/><Relationship Id="rId42" Type="http://schemas.openxmlformats.org/officeDocument/2006/relationships/image" Target="../media/image410.png"/><Relationship Id="rId7" Type="http://schemas.openxmlformats.org/officeDocument/2006/relationships/image" Target="../media/image375.svg"/><Relationship Id="rId2" Type="http://schemas.openxmlformats.org/officeDocument/2006/relationships/image" Target="../media/image370.png"/><Relationship Id="rId16" Type="http://schemas.openxmlformats.org/officeDocument/2006/relationships/image" Target="../media/image384.png"/><Relationship Id="rId20" Type="http://schemas.openxmlformats.org/officeDocument/2006/relationships/image" Target="../media/image388.png"/><Relationship Id="rId29" Type="http://schemas.openxmlformats.org/officeDocument/2006/relationships/image" Target="../media/image397.svg"/><Relationship Id="rId41" Type="http://schemas.openxmlformats.org/officeDocument/2006/relationships/image" Target="../media/image40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4.png"/><Relationship Id="rId11" Type="http://schemas.openxmlformats.org/officeDocument/2006/relationships/image" Target="../media/image379.svg"/><Relationship Id="rId24" Type="http://schemas.openxmlformats.org/officeDocument/2006/relationships/image" Target="../media/image392.png"/><Relationship Id="rId32" Type="http://schemas.openxmlformats.org/officeDocument/2006/relationships/image" Target="../media/image400.png"/><Relationship Id="rId37" Type="http://schemas.openxmlformats.org/officeDocument/2006/relationships/image" Target="../media/image405.svg"/><Relationship Id="rId40" Type="http://schemas.openxmlformats.org/officeDocument/2006/relationships/image" Target="../media/image408.png"/><Relationship Id="rId5" Type="http://schemas.openxmlformats.org/officeDocument/2006/relationships/image" Target="../media/image373.svg"/><Relationship Id="rId15" Type="http://schemas.openxmlformats.org/officeDocument/2006/relationships/image" Target="../media/image383.svg"/><Relationship Id="rId23" Type="http://schemas.openxmlformats.org/officeDocument/2006/relationships/image" Target="../media/image391.svg"/><Relationship Id="rId28" Type="http://schemas.openxmlformats.org/officeDocument/2006/relationships/image" Target="../media/image396.png"/><Relationship Id="rId36" Type="http://schemas.openxmlformats.org/officeDocument/2006/relationships/image" Target="../media/image404.png"/><Relationship Id="rId10" Type="http://schemas.openxmlformats.org/officeDocument/2006/relationships/image" Target="../media/image378.png"/><Relationship Id="rId19" Type="http://schemas.openxmlformats.org/officeDocument/2006/relationships/image" Target="../media/image387.svg"/><Relationship Id="rId31" Type="http://schemas.openxmlformats.org/officeDocument/2006/relationships/image" Target="../media/image399.svg"/><Relationship Id="rId4" Type="http://schemas.openxmlformats.org/officeDocument/2006/relationships/image" Target="../media/image372.png"/><Relationship Id="rId9" Type="http://schemas.openxmlformats.org/officeDocument/2006/relationships/image" Target="../media/image377.svg"/><Relationship Id="rId14" Type="http://schemas.openxmlformats.org/officeDocument/2006/relationships/image" Target="../media/image382.png"/><Relationship Id="rId22" Type="http://schemas.openxmlformats.org/officeDocument/2006/relationships/image" Target="../media/image390.png"/><Relationship Id="rId27" Type="http://schemas.openxmlformats.org/officeDocument/2006/relationships/image" Target="../media/image395.svg"/><Relationship Id="rId30" Type="http://schemas.openxmlformats.org/officeDocument/2006/relationships/image" Target="../media/image398.png"/><Relationship Id="rId35" Type="http://schemas.openxmlformats.org/officeDocument/2006/relationships/image" Target="../media/image403.svg"/><Relationship Id="rId43" Type="http://schemas.openxmlformats.org/officeDocument/2006/relationships/image" Target="../media/image411.svg"/><Relationship Id="rId8" Type="http://schemas.openxmlformats.org/officeDocument/2006/relationships/image" Target="../media/image376.png"/><Relationship Id="rId3" Type="http://schemas.openxmlformats.org/officeDocument/2006/relationships/image" Target="../media/image371.svg"/><Relationship Id="rId12" Type="http://schemas.openxmlformats.org/officeDocument/2006/relationships/image" Target="../media/image380.png"/><Relationship Id="rId17" Type="http://schemas.openxmlformats.org/officeDocument/2006/relationships/image" Target="../media/image385.svg"/><Relationship Id="rId25" Type="http://schemas.openxmlformats.org/officeDocument/2006/relationships/image" Target="../media/image393.svg"/><Relationship Id="rId33" Type="http://schemas.openxmlformats.org/officeDocument/2006/relationships/image" Target="../media/image401.svg"/><Relationship Id="rId38" Type="http://schemas.openxmlformats.org/officeDocument/2006/relationships/image" Target="../media/image40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3.svg"/><Relationship Id="rId18" Type="http://schemas.openxmlformats.org/officeDocument/2006/relationships/image" Target="../media/image428.png"/><Relationship Id="rId26" Type="http://schemas.openxmlformats.org/officeDocument/2006/relationships/image" Target="../media/image436.png"/><Relationship Id="rId39" Type="http://schemas.openxmlformats.org/officeDocument/2006/relationships/image" Target="../media/image449.svg"/><Relationship Id="rId21" Type="http://schemas.openxmlformats.org/officeDocument/2006/relationships/image" Target="../media/image431.svg"/><Relationship Id="rId34" Type="http://schemas.openxmlformats.org/officeDocument/2006/relationships/image" Target="../media/image444.png"/><Relationship Id="rId42" Type="http://schemas.openxmlformats.org/officeDocument/2006/relationships/image" Target="../media/image452.png"/><Relationship Id="rId7" Type="http://schemas.openxmlformats.org/officeDocument/2006/relationships/image" Target="../media/image417.svg"/><Relationship Id="rId2" Type="http://schemas.openxmlformats.org/officeDocument/2006/relationships/image" Target="../media/image412.png"/><Relationship Id="rId16" Type="http://schemas.openxmlformats.org/officeDocument/2006/relationships/image" Target="../media/image426.png"/><Relationship Id="rId20" Type="http://schemas.openxmlformats.org/officeDocument/2006/relationships/image" Target="../media/image430.png"/><Relationship Id="rId29" Type="http://schemas.openxmlformats.org/officeDocument/2006/relationships/image" Target="../media/image439.svg"/><Relationship Id="rId41" Type="http://schemas.openxmlformats.org/officeDocument/2006/relationships/image" Target="../media/image45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6.png"/><Relationship Id="rId11" Type="http://schemas.openxmlformats.org/officeDocument/2006/relationships/image" Target="../media/image421.svg"/><Relationship Id="rId24" Type="http://schemas.openxmlformats.org/officeDocument/2006/relationships/image" Target="../media/image434.png"/><Relationship Id="rId32" Type="http://schemas.openxmlformats.org/officeDocument/2006/relationships/image" Target="../media/image442.png"/><Relationship Id="rId37" Type="http://schemas.openxmlformats.org/officeDocument/2006/relationships/image" Target="../media/image447.svg"/><Relationship Id="rId40" Type="http://schemas.openxmlformats.org/officeDocument/2006/relationships/image" Target="../media/image450.png"/><Relationship Id="rId5" Type="http://schemas.openxmlformats.org/officeDocument/2006/relationships/image" Target="../media/image415.svg"/><Relationship Id="rId15" Type="http://schemas.openxmlformats.org/officeDocument/2006/relationships/image" Target="../media/image425.svg"/><Relationship Id="rId23" Type="http://schemas.openxmlformats.org/officeDocument/2006/relationships/image" Target="../media/image433.svg"/><Relationship Id="rId28" Type="http://schemas.openxmlformats.org/officeDocument/2006/relationships/image" Target="../media/image438.png"/><Relationship Id="rId36" Type="http://schemas.openxmlformats.org/officeDocument/2006/relationships/image" Target="../media/image446.png"/><Relationship Id="rId10" Type="http://schemas.openxmlformats.org/officeDocument/2006/relationships/image" Target="../media/image420.png"/><Relationship Id="rId19" Type="http://schemas.openxmlformats.org/officeDocument/2006/relationships/image" Target="../media/image429.svg"/><Relationship Id="rId31" Type="http://schemas.openxmlformats.org/officeDocument/2006/relationships/image" Target="../media/image441.svg"/><Relationship Id="rId4" Type="http://schemas.openxmlformats.org/officeDocument/2006/relationships/image" Target="../media/image414.png"/><Relationship Id="rId9" Type="http://schemas.openxmlformats.org/officeDocument/2006/relationships/image" Target="../media/image419.svg"/><Relationship Id="rId14" Type="http://schemas.openxmlformats.org/officeDocument/2006/relationships/image" Target="../media/image424.png"/><Relationship Id="rId22" Type="http://schemas.openxmlformats.org/officeDocument/2006/relationships/image" Target="../media/image432.png"/><Relationship Id="rId27" Type="http://schemas.openxmlformats.org/officeDocument/2006/relationships/image" Target="../media/image437.svg"/><Relationship Id="rId30" Type="http://schemas.openxmlformats.org/officeDocument/2006/relationships/image" Target="../media/image440.png"/><Relationship Id="rId35" Type="http://schemas.openxmlformats.org/officeDocument/2006/relationships/image" Target="../media/image445.svg"/><Relationship Id="rId43" Type="http://schemas.openxmlformats.org/officeDocument/2006/relationships/image" Target="../media/image453.svg"/><Relationship Id="rId8" Type="http://schemas.openxmlformats.org/officeDocument/2006/relationships/image" Target="../media/image418.png"/><Relationship Id="rId3" Type="http://schemas.openxmlformats.org/officeDocument/2006/relationships/image" Target="../media/image413.svg"/><Relationship Id="rId12" Type="http://schemas.openxmlformats.org/officeDocument/2006/relationships/image" Target="../media/image422.png"/><Relationship Id="rId17" Type="http://schemas.openxmlformats.org/officeDocument/2006/relationships/image" Target="../media/image427.svg"/><Relationship Id="rId25" Type="http://schemas.openxmlformats.org/officeDocument/2006/relationships/image" Target="../media/image435.svg"/><Relationship Id="rId33" Type="http://schemas.openxmlformats.org/officeDocument/2006/relationships/image" Target="../media/image443.svg"/><Relationship Id="rId38" Type="http://schemas.openxmlformats.org/officeDocument/2006/relationships/image" Target="../media/image44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5.svg"/><Relationship Id="rId18" Type="http://schemas.openxmlformats.org/officeDocument/2006/relationships/image" Target="../media/image470.png"/><Relationship Id="rId26" Type="http://schemas.openxmlformats.org/officeDocument/2006/relationships/image" Target="../media/image478.png"/><Relationship Id="rId3" Type="http://schemas.openxmlformats.org/officeDocument/2006/relationships/image" Target="../media/image455.svg"/><Relationship Id="rId21" Type="http://schemas.openxmlformats.org/officeDocument/2006/relationships/image" Target="../media/image473.svg"/><Relationship Id="rId7" Type="http://schemas.openxmlformats.org/officeDocument/2006/relationships/image" Target="../media/image459.svg"/><Relationship Id="rId12" Type="http://schemas.openxmlformats.org/officeDocument/2006/relationships/image" Target="../media/image464.png"/><Relationship Id="rId17" Type="http://schemas.openxmlformats.org/officeDocument/2006/relationships/image" Target="../media/image469.svg"/><Relationship Id="rId25" Type="http://schemas.openxmlformats.org/officeDocument/2006/relationships/image" Target="../media/image477.svg"/><Relationship Id="rId33" Type="http://schemas.openxmlformats.org/officeDocument/2006/relationships/image" Target="../media/image485.svg"/><Relationship Id="rId2" Type="http://schemas.openxmlformats.org/officeDocument/2006/relationships/image" Target="../media/image454.png"/><Relationship Id="rId16" Type="http://schemas.openxmlformats.org/officeDocument/2006/relationships/image" Target="../media/image468.png"/><Relationship Id="rId20" Type="http://schemas.openxmlformats.org/officeDocument/2006/relationships/image" Target="../media/image472.png"/><Relationship Id="rId29" Type="http://schemas.openxmlformats.org/officeDocument/2006/relationships/image" Target="../media/image48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8.png"/><Relationship Id="rId11" Type="http://schemas.openxmlformats.org/officeDocument/2006/relationships/image" Target="../media/image463.svg"/><Relationship Id="rId24" Type="http://schemas.openxmlformats.org/officeDocument/2006/relationships/image" Target="../media/image476.png"/><Relationship Id="rId32" Type="http://schemas.openxmlformats.org/officeDocument/2006/relationships/image" Target="../media/image484.png"/><Relationship Id="rId5" Type="http://schemas.openxmlformats.org/officeDocument/2006/relationships/image" Target="../media/image457.svg"/><Relationship Id="rId15" Type="http://schemas.openxmlformats.org/officeDocument/2006/relationships/image" Target="../media/image467.svg"/><Relationship Id="rId23" Type="http://schemas.openxmlformats.org/officeDocument/2006/relationships/image" Target="../media/image475.svg"/><Relationship Id="rId28" Type="http://schemas.openxmlformats.org/officeDocument/2006/relationships/image" Target="../media/image480.png"/><Relationship Id="rId10" Type="http://schemas.openxmlformats.org/officeDocument/2006/relationships/image" Target="../media/image462.png"/><Relationship Id="rId19" Type="http://schemas.openxmlformats.org/officeDocument/2006/relationships/image" Target="../media/image471.svg"/><Relationship Id="rId31" Type="http://schemas.openxmlformats.org/officeDocument/2006/relationships/image" Target="../media/image483.svg"/><Relationship Id="rId4" Type="http://schemas.openxmlformats.org/officeDocument/2006/relationships/image" Target="../media/image456.png"/><Relationship Id="rId9" Type="http://schemas.openxmlformats.org/officeDocument/2006/relationships/image" Target="../media/image461.svg"/><Relationship Id="rId14" Type="http://schemas.openxmlformats.org/officeDocument/2006/relationships/image" Target="../media/image466.png"/><Relationship Id="rId22" Type="http://schemas.openxmlformats.org/officeDocument/2006/relationships/image" Target="../media/image474.png"/><Relationship Id="rId27" Type="http://schemas.openxmlformats.org/officeDocument/2006/relationships/image" Target="../media/image479.svg"/><Relationship Id="rId30" Type="http://schemas.openxmlformats.org/officeDocument/2006/relationships/image" Target="../media/image482.png"/><Relationship Id="rId8" Type="http://schemas.openxmlformats.org/officeDocument/2006/relationships/image" Target="../media/image46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13" Type="http://schemas.openxmlformats.org/officeDocument/2006/relationships/image" Target="../media/image497.svg"/><Relationship Id="rId18" Type="http://schemas.openxmlformats.org/officeDocument/2006/relationships/image" Target="../media/image502.png"/><Relationship Id="rId3" Type="http://schemas.openxmlformats.org/officeDocument/2006/relationships/image" Target="../media/image487.svg"/><Relationship Id="rId21" Type="http://schemas.openxmlformats.org/officeDocument/2006/relationships/image" Target="../media/image505.svg"/><Relationship Id="rId7" Type="http://schemas.openxmlformats.org/officeDocument/2006/relationships/image" Target="../media/image491.svg"/><Relationship Id="rId12" Type="http://schemas.openxmlformats.org/officeDocument/2006/relationships/image" Target="../media/image496.png"/><Relationship Id="rId17" Type="http://schemas.openxmlformats.org/officeDocument/2006/relationships/image" Target="../media/image501.svg"/><Relationship Id="rId2" Type="http://schemas.openxmlformats.org/officeDocument/2006/relationships/image" Target="../media/image486.png"/><Relationship Id="rId16" Type="http://schemas.openxmlformats.org/officeDocument/2006/relationships/image" Target="../media/image500.png"/><Relationship Id="rId20" Type="http://schemas.openxmlformats.org/officeDocument/2006/relationships/image" Target="../media/image50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11" Type="http://schemas.openxmlformats.org/officeDocument/2006/relationships/image" Target="../media/image495.svg"/><Relationship Id="rId5" Type="http://schemas.openxmlformats.org/officeDocument/2006/relationships/image" Target="../media/image489.svg"/><Relationship Id="rId15" Type="http://schemas.openxmlformats.org/officeDocument/2006/relationships/image" Target="../media/image499.svg"/><Relationship Id="rId10" Type="http://schemas.openxmlformats.org/officeDocument/2006/relationships/image" Target="../media/image494.png"/><Relationship Id="rId19" Type="http://schemas.openxmlformats.org/officeDocument/2006/relationships/image" Target="../media/image503.svg"/><Relationship Id="rId4" Type="http://schemas.openxmlformats.org/officeDocument/2006/relationships/image" Target="../media/image488.png"/><Relationship Id="rId9" Type="http://schemas.openxmlformats.org/officeDocument/2006/relationships/image" Target="../media/image493.svg"/><Relationship Id="rId14" Type="http://schemas.openxmlformats.org/officeDocument/2006/relationships/image" Target="../media/image498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7.svg"/><Relationship Id="rId18" Type="http://schemas.openxmlformats.org/officeDocument/2006/relationships/image" Target="../media/image522.png"/><Relationship Id="rId26" Type="http://schemas.openxmlformats.org/officeDocument/2006/relationships/image" Target="../media/image502.png"/><Relationship Id="rId39" Type="http://schemas.openxmlformats.org/officeDocument/2006/relationships/image" Target="../media/image541.svg"/><Relationship Id="rId21" Type="http://schemas.openxmlformats.org/officeDocument/2006/relationships/image" Target="../media/image525.svg"/><Relationship Id="rId34" Type="http://schemas.openxmlformats.org/officeDocument/2006/relationships/image" Target="../media/image536.png"/><Relationship Id="rId42" Type="http://schemas.openxmlformats.org/officeDocument/2006/relationships/image" Target="../media/image544.png"/><Relationship Id="rId7" Type="http://schemas.openxmlformats.org/officeDocument/2006/relationships/image" Target="../media/image511.svg"/><Relationship Id="rId2" Type="http://schemas.openxmlformats.org/officeDocument/2006/relationships/image" Target="../media/image506.png"/><Relationship Id="rId16" Type="http://schemas.openxmlformats.org/officeDocument/2006/relationships/image" Target="../media/image520.png"/><Relationship Id="rId20" Type="http://schemas.openxmlformats.org/officeDocument/2006/relationships/image" Target="../media/image524.png"/><Relationship Id="rId29" Type="http://schemas.openxmlformats.org/officeDocument/2006/relationships/image" Target="../media/image531.svg"/><Relationship Id="rId41" Type="http://schemas.openxmlformats.org/officeDocument/2006/relationships/image" Target="../media/image54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0.png"/><Relationship Id="rId11" Type="http://schemas.openxmlformats.org/officeDocument/2006/relationships/image" Target="../media/image515.svg"/><Relationship Id="rId24" Type="http://schemas.openxmlformats.org/officeDocument/2006/relationships/image" Target="../media/image528.png"/><Relationship Id="rId32" Type="http://schemas.openxmlformats.org/officeDocument/2006/relationships/image" Target="../media/image534.png"/><Relationship Id="rId37" Type="http://schemas.openxmlformats.org/officeDocument/2006/relationships/image" Target="../media/image539.svg"/><Relationship Id="rId40" Type="http://schemas.openxmlformats.org/officeDocument/2006/relationships/image" Target="../media/image542.png"/><Relationship Id="rId5" Type="http://schemas.openxmlformats.org/officeDocument/2006/relationships/image" Target="../media/image509.svg"/><Relationship Id="rId15" Type="http://schemas.openxmlformats.org/officeDocument/2006/relationships/image" Target="../media/image519.svg"/><Relationship Id="rId23" Type="http://schemas.openxmlformats.org/officeDocument/2006/relationships/image" Target="../media/image527.svg"/><Relationship Id="rId28" Type="http://schemas.openxmlformats.org/officeDocument/2006/relationships/image" Target="../media/image530.png"/><Relationship Id="rId36" Type="http://schemas.openxmlformats.org/officeDocument/2006/relationships/image" Target="../media/image538.png"/><Relationship Id="rId10" Type="http://schemas.openxmlformats.org/officeDocument/2006/relationships/image" Target="../media/image514.png"/><Relationship Id="rId19" Type="http://schemas.openxmlformats.org/officeDocument/2006/relationships/image" Target="../media/image523.svg"/><Relationship Id="rId31" Type="http://schemas.openxmlformats.org/officeDocument/2006/relationships/image" Target="../media/image533.svg"/><Relationship Id="rId4" Type="http://schemas.openxmlformats.org/officeDocument/2006/relationships/image" Target="../media/image508.png"/><Relationship Id="rId9" Type="http://schemas.openxmlformats.org/officeDocument/2006/relationships/image" Target="../media/image513.svg"/><Relationship Id="rId14" Type="http://schemas.openxmlformats.org/officeDocument/2006/relationships/image" Target="../media/image518.png"/><Relationship Id="rId22" Type="http://schemas.openxmlformats.org/officeDocument/2006/relationships/image" Target="../media/image526.png"/><Relationship Id="rId27" Type="http://schemas.openxmlformats.org/officeDocument/2006/relationships/image" Target="../media/image503.svg"/><Relationship Id="rId30" Type="http://schemas.openxmlformats.org/officeDocument/2006/relationships/image" Target="../media/image532.png"/><Relationship Id="rId35" Type="http://schemas.openxmlformats.org/officeDocument/2006/relationships/image" Target="../media/image537.svg"/><Relationship Id="rId43" Type="http://schemas.openxmlformats.org/officeDocument/2006/relationships/image" Target="../media/image545.svg"/><Relationship Id="rId8" Type="http://schemas.openxmlformats.org/officeDocument/2006/relationships/image" Target="../media/image512.png"/><Relationship Id="rId3" Type="http://schemas.openxmlformats.org/officeDocument/2006/relationships/image" Target="../media/image507.svg"/><Relationship Id="rId12" Type="http://schemas.openxmlformats.org/officeDocument/2006/relationships/image" Target="../media/image516.png"/><Relationship Id="rId17" Type="http://schemas.openxmlformats.org/officeDocument/2006/relationships/image" Target="../media/image521.svg"/><Relationship Id="rId25" Type="http://schemas.openxmlformats.org/officeDocument/2006/relationships/image" Target="../media/image529.svg"/><Relationship Id="rId33" Type="http://schemas.openxmlformats.org/officeDocument/2006/relationships/image" Target="../media/image535.svg"/><Relationship Id="rId38" Type="http://schemas.openxmlformats.org/officeDocument/2006/relationships/image" Target="../media/image54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3.svg"/><Relationship Id="rId18" Type="http://schemas.openxmlformats.org/officeDocument/2006/relationships/image" Target="../media/image560.png"/><Relationship Id="rId26" Type="http://schemas.openxmlformats.org/officeDocument/2006/relationships/image" Target="../media/image568.png"/><Relationship Id="rId21" Type="http://schemas.openxmlformats.org/officeDocument/2006/relationships/image" Target="../media/image563.svg"/><Relationship Id="rId34" Type="http://schemas.openxmlformats.org/officeDocument/2006/relationships/image" Target="../media/image576.png"/><Relationship Id="rId7" Type="http://schemas.openxmlformats.org/officeDocument/2006/relationships/image" Target="../media/image551.svg"/><Relationship Id="rId12" Type="http://schemas.openxmlformats.org/officeDocument/2006/relationships/image" Target="../media/image542.png"/><Relationship Id="rId17" Type="http://schemas.openxmlformats.org/officeDocument/2006/relationships/image" Target="../media/image559.svg"/><Relationship Id="rId25" Type="http://schemas.openxmlformats.org/officeDocument/2006/relationships/image" Target="../media/image567.svg"/><Relationship Id="rId33" Type="http://schemas.openxmlformats.org/officeDocument/2006/relationships/image" Target="../media/image575.svg"/><Relationship Id="rId2" Type="http://schemas.openxmlformats.org/officeDocument/2006/relationships/image" Target="../media/image546.png"/><Relationship Id="rId16" Type="http://schemas.openxmlformats.org/officeDocument/2006/relationships/image" Target="../media/image558.png"/><Relationship Id="rId20" Type="http://schemas.openxmlformats.org/officeDocument/2006/relationships/image" Target="../media/image562.png"/><Relationship Id="rId29" Type="http://schemas.openxmlformats.org/officeDocument/2006/relationships/image" Target="../media/image57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0.png"/><Relationship Id="rId11" Type="http://schemas.openxmlformats.org/officeDocument/2006/relationships/image" Target="../media/image555.svg"/><Relationship Id="rId24" Type="http://schemas.openxmlformats.org/officeDocument/2006/relationships/image" Target="../media/image566.png"/><Relationship Id="rId32" Type="http://schemas.openxmlformats.org/officeDocument/2006/relationships/image" Target="../media/image574.png"/><Relationship Id="rId37" Type="http://schemas.openxmlformats.org/officeDocument/2006/relationships/image" Target="../media/image579.svg"/><Relationship Id="rId5" Type="http://schemas.openxmlformats.org/officeDocument/2006/relationships/image" Target="../media/image549.svg"/><Relationship Id="rId15" Type="http://schemas.openxmlformats.org/officeDocument/2006/relationships/image" Target="../media/image557.svg"/><Relationship Id="rId23" Type="http://schemas.openxmlformats.org/officeDocument/2006/relationships/image" Target="../media/image565.svg"/><Relationship Id="rId28" Type="http://schemas.openxmlformats.org/officeDocument/2006/relationships/image" Target="../media/image570.png"/><Relationship Id="rId36" Type="http://schemas.openxmlformats.org/officeDocument/2006/relationships/image" Target="../media/image578.png"/><Relationship Id="rId10" Type="http://schemas.openxmlformats.org/officeDocument/2006/relationships/image" Target="../media/image554.png"/><Relationship Id="rId19" Type="http://schemas.openxmlformats.org/officeDocument/2006/relationships/image" Target="../media/image561.svg"/><Relationship Id="rId31" Type="http://schemas.openxmlformats.org/officeDocument/2006/relationships/image" Target="../media/image573.svg"/><Relationship Id="rId4" Type="http://schemas.openxmlformats.org/officeDocument/2006/relationships/image" Target="../media/image548.png"/><Relationship Id="rId9" Type="http://schemas.openxmlformats.org/officeDocument/2006/relationships/image" Target="../media/image553.svg"/><Relationship Id="rId14" Type="http://schemas.openxmlformats.org/officeDocument/2006/relationships/image" Target="../media/image556.png"/><Relationship Id="rId22" Type="http://schemas.openxmlformats.org/officeDocument/2006/relationships/image" Target="../media/image564.png"/><Relationship Id="rId27" Type="http://schemas.openxmlformats.org/officeDocument/2006/relationships/image" Target="../media/image569.svg"/><Relationship Id="rId30" Type="http://schemas.openxmlformats.org/officeDocument/2006/relationships/image" Target="../media/image572.png"/><Relationship Id="rId35" Type="http://schemas.openxmlformats.org/officeDocument/2006/relationships/image" Target="../media/image577.svg"/><Relationship Id="rId8" Type="http://schemas.openxmlformats.org/officeDocument/2006/relationships/image" Target="../media/image552.png"/><Relationship Id="rId3" Type="http://schemas.openxmlformats.org/officeDocument/2006/relationships/image" Target="../media/image5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A756-BFBB-0482-7DB1-06D93C0D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3020490"/>
            <a:ext cx="8415131" cy="1696451"/>
          </a:xfrm>
        </p:spPr>
        <p:txBody>
          <a:bodyPr/>
          <a:lstStyle/>
          <a:p>
            <a:r>
              <a:rPr lang="en-US" sz="6600"/>
              <a:t>Icon Library</a:t>
            </a:r>
            <a:br>
              <a:rPr lang="en-US" sz="5400"/>
            </a:br>
            <a:r>
              <a:rPr lang="en-US" sz="3200"/>
              <a:t>2025</a:t>
            </a:r>
            <a:br>
              <a:rPr lang="en-US" sz="5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0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AA50-4349-0B4C-4303-65C8743F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125" y="2464905"/>
            <a:ext cx="8415131" cy="1696451"/>
          </a:xfrm>
        </p:spPr>
        <p:txBody>
          <a:bodyPr/>
          <a:lstStyle/>
          <a:p>
            <a:r>
              <a:rPr lang="en-US"/>
              <a:t>Devices/General Networking</a:t>
            </a:r>
          </a:p>
        </p:txBody>
      </p:sp>
    </p:spTree>
    <p:extLst>
      <p:ext uri="{BB962C8B-B14F-4D97-AF65-F5344CB8AC3E}">
        <p14:creationId xmlns:p14="http://schemas.microsoft.com/office/powerpoint/2010/main" val="1998827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CDEFAD-79E6-4826-BEDA-40578F8957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16A6-55DA-D078-F0E9-BE0B4BF379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Camera Surveillance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2527C-AA2B-9011-CE22-2309715DB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Phone Landline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474DA-5BF1-315C-A050-164FDE37F5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Card Reader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4F74E0-4107-C3EC-FC5A-442F284C13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Devices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BAB8EC-D514-FA53-001C-79DD601289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Mobile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2D2D75-0CFB-FBB0-F836-06E003B29A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Mobile Hand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4439B7-EF7D-1463-310F-30AE3B4972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Tablet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1B8FD2-50D9-4B71-C4E0-47ABD88F4B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Tablet Hand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E145F4-3AB6-D757-B578-564D477328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Laptop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B0569E-C6A5-BD4F-41AE-067866F58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Laptop Grid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356514-C592-C134-434C-2BB0C96642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Laptop List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9A665B-AB69-49B7-80CF-702A478231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Laptop Settings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8648F3-3365-E1C7-BC1E-0D638CBB79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Laptop User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08FE4B2-7325-F919-B184-016A4741AC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Laptop Wireless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44B40A1-CD7B-8683-E39D-86E0A5CD9F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Mouse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38773C-56C9-AFD3-E5DE-7826C27002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CPU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7A8DAA-BA3D-E803-EBE0-D343BD4383A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CPU Grid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64B338-F6DD-2F37-6325-2C4A602AC7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CPU List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55FA8A7-72FE-E2A7-ABDC-CD334D4671F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CPU Settings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4BEF76F-8B2F-4F73-F16C-A1727192662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CPU User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A8A3670-F389-3C36-253D-446C35F4807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CPU Wireless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04311FA-39C6-58A1-069E-0037EDF5F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39" y="1282265"/>
            <a:ext cx="894645" cy="89464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3D96C9D-B45C-5D94-1E77-D73516FAC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5801" y="1282265"/>
            <a:ext cx="894645" cy="89464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E648B21-56D7-5194-4187-DF0313003A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4158" y="1282265"/>
            <a:ext cx="894645" cy="89464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F73CE40-8DB4-6208-E84E-0867FCDF32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4109" y="1282265"/>
            <a:ext cx="894645" cy="89464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F7D26B11-AD26-3D6F-FA42-8C99B24B01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6277" y="1295760"/>
            <a:ext cx="929922" cy="92992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E6E19B6-A563-A686-8421-C0BFD32C27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24982" y="1342059"/>
            <a:ext cx="929922" cy="92992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A346663-7B6B-DF4B-557C-C970FA8F75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2928" y="2939365"/>
            <a:ext cx="929922" cy="92992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FD18F5C-5A71-6746-1F8E-C98DD19B2D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21415" y="1329858"/>
            <a:ext cx="894645" cy="89464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47AC1CB-A062-0A05-F389-D8A819E951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16230" y="2938739"/>
            <a:ext cx="894645" cy="89464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F966450-E41E-457F-459E-D30F17A69A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01049" y="2938739"/>
            <a:ext cx="894645" cy="89464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E5B9C277-F711-75FA-C94B-59F048CD1C0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00146" y="2938739"/>
            <a:ext cx="894645" cy="89464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2E54186-DF7F-E464-4719-870F3429AB4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29246" y="2938739"/>
            <a:ext cx="894645" cy="89464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6235E3D-4A13-969F-8E9A-3C23CD631F2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68659" y="2938739"/>
            <a:ext cx="894645" cy="89464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66BA72C-AC3F-2814-91E7-70D3DEFA1FB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029823" y="2938739"/>
            <a:ext cx="894645" cy="89464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19F5C16-2C95-8697-CCCE-F0025B7B416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7349" y="4613635"/>
            <a:ext cx="894645" cy="89464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B948206-3C27-CA8C-4485-AC592861B6E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20942" y="4613635"/>
            <a:ext cx="894645" cy="89464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6E62EC3-F4BA-3887-E311-02373981727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992168" y="4613635"/>
            <a:ext cx="894645" cy="89464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576CA91-CE0C-7E7B-96AB-7C03B60C31B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610414" y="4613635"/>
            <a:ext cx="894645" cy="89464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04428BC-A935-FA5E-FD7F-DF5BB1B47F6C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416028" y="4613635"/>
            <a:ext cx="894645" cy="89464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44B10F2-48D2-15E5-D976-310D4A51712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220365" y="4613635"/>
            <a:ext cx="894645" cy="89464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6E34E6C3-8659-C23C-E356-5F8FE718ECA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806077" y="4613635"/>
            <a:ext cx="894645" cy="89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6C3558-66A6-EEE2-EA6C-E1B6C2962D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AE174-B8B1-8F3C-A3FF-A17A2BA384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AP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137C-8525-FB9C-079D-6F92E0711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AP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15576-4274-CEEE-0AB2-0EAD4F6C6D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Routing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560F64-59D8-D595-287F-C4F3D41309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Switching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6817B0-324B-B590-6300-9F7278E41F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Switch 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3A9D89-3684-A0B2-0417-69D0F72BF6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Switch 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AB58A3-10AA-60F1-AE36-05AAF7601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Controller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A668A9-424B-845C-EE27-AA5AA1C48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Controller 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49211B-F26F-1F62-6730-9E049A877D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Controller 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265012-4D34-9AB5-DBAB-10596706F5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Switches Stack 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4DD944-BDE2-A227-92D9-BB14651834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Switches Stack 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53C11C0-5286-D74C-128C-34A7A9448D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Data Center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CFEA84-89DA-A393-1ED3-73A8C66E64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Server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9A3B1D0-2599-4E75-1F5D-9008B941DD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VPN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B80C5-00F1-8A4F-8A0B-FE76230A87B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AI/ML1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D6111A6-DA5B-DD1B-6881-1AD98436B2A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AI/ML2 </a:t>
            </a:r>
            <a:br>
              <a:rPr lang="en-US"/>
            </a:br>
            <a:r>
              <a:rPr lang="en-US"/>
              <a:t>Brain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AA2964-9C5D-9CD2-F49E-00094B46987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AI/ML3</a:t>
            </a:r>
            <a:br>
              <a:rPr lang="en-US"/>
            </a:br>
            <a:r>
              <a:rPr lang="en-US"/>
              <a:t>Brain Cloud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81E9433-D7B0-D62A-7E42-3AE9A30135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AI/ML4</a:t>
            </a:r>
            <a:br>
              <a:rPr lang="en-US"/>
            </a:br>
            <a:r>
              <a:rPr lang="en-US"/>
              <a:t>Gear Brain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F5FA8E5-7683-9804-3ABE-3816A5D5CAF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Data 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596A498-261F-C1C2-290D-42D79CA493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Data 2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AE6C11-0BB4-8CAE-C067-3F824DD044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Data Aggregation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50023D4-86EA-FC70-C14A-9AC7D1F07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119" y="1295760"/>
            <a:ext cx="929922" cy="92992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8E7A05F-627C-C9D1-33E6-65EF462E0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1590" y="1295760"/>
            <a:ext cx="929922" cy="92992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9622D62-5341-F33F-15C0-9E5EA21D4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1183" y="1262918"/>
            <a:ext cx="1019239" cy="101923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EAE34EF-3F92-DD91-AB4B-A1EFA28866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6894" y="1268852"/>
            <a:ext cx="1019239" cy="101923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667DEED-19EB-4CFC-232D-476A838FDC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09274" y="1307576"/>
            <a:ext cx="929922" cy="92992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59F938B-F543-B125-B54F-3A3A2E481A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30471" y="1307576"/>
            <a:ext cx="929922" cy="92992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97C3DCD-E0AA-CCC3-DE4C-CD90ED904A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45598" y="1274494"/>
            <a:ext cx="1019239" cy="1019239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A7E8B99F-84DC-694E-4EFA-EDAC0B5C88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9844" y="2894949"/>
            <a:ext cx="1019239" cy="1019239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EE8DAA8-3DF3-B9B3-5144-98951EC0AF9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78593" y="2886775"/>
            <a:ext cx="1035587" cy="103558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230254E-5268-D882-781E-6B078147F29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14247" y="2912458"/>
            <a:ext cx="1019239" cy="1019239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F57F04A-2C21-D498-85AA-80F2A6C26D1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11212" y="2912458"/>
            <a:ext cx="1019239" cy="101923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D24AE65-91BD-10F8-3800-4151621D70C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01064" y="2939008"/>
            <a:ext cx="1035586" cy="103558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92A3011-048D-E35D-E9A7-CA805907D8C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797509" y="2992902"/>
            <a:ext cx="927264" cy="92726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99F2A7C-71DC-2B36-5845-C57A22B69CC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1135" y="4531274"/>
            <a:ext cx="929920" cy="92992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CA8B9361-4FF1-36E4-5550-6A7B390C0C8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379938" y="4531274"/>
            <a:ext cx="929921" cy="9299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0FBA7EFC-4614-E356-166E-B5954C3C13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74377" y="4531273"/>
            <a:ext cx="929922" cy="92992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CA47CC1-B8C5-177B-2B73-58ABB2AD00D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04231" y="4565730"/>
            <a:ext cx="929922" cy="929922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298414F9-9A2C-09F2-C881-52E11686594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192804" y="4559938"/>
            <a:ext cx="964656" cy="96465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8D175B4-72D6-16A8-9DCA-9F4826ED7AB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766685" y="4559938"/>
            <a:ext cx="964656" cy="96465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6C74A86-B993-0884-4CC1-50907918B69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355633" y="4594872"/>
            <a:ext cx="964656" cy="964656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1F02192C-6E72-4F27-D585-7619951B66E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58409" y="2939694"/>
            <a:ext cx="964655" cy="96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2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01F6AF-7F02-C42C-ECF7-771302DD43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B1FDD-1EFF-062D-18CF-B1BAEBBC5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Tower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980BB-DB9F-C332-6A5E-38938FD539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Smart Home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6AC21-E35C-EF4C-7EAD-7595E7ABBF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Application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CEFBAC-763F-433C-5DD2-64945A7D44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Application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A368C3-F5C3-FF5E-937C-B07F7DAB3A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Application 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35B2B4-72A1-92DC-B58F-C8206955F9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Application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FEB64A-95C1-CC59-22FF-E7BB69F5AF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BA942C-C34A-C85B-8995-70FC1A8993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Frequency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F8F8530-8B4B-15DC-613C-234FF7F3D3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Virtual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7C1D4E-6F89-E6EF-1B26-0B1D601546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Wired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8B7D72-9AE0-2635-46BA-F7242F2AF6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Wireless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1DF610-B66B-6756-5A4F-BC464A2B62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PoE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9C68DBA-F9F7-E3E7-DE92-5D8999E3F1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Wi-Fi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2B5F57E-C45B-EDE4-E137-A60B71A1EE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Wi-Fi 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8627E8-57CB-43D3-4177-70EBB839D4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Wi-Fi 6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AD354EA-1D47-E754-34AE-9EB672050C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Wi-Fi 7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6F505D1-B82D-C3B7-2CA8-C8A3BFC9123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Settings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C782B-53C4-03EB-6AE0-A3AF3A36E21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Evolution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B55DFB9-4503-7B58-DF4F-EC31ED57AA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Infrastructure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27E18E3-B277-73FC-CC60-F608DBAFEB6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Integration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19F3A4-A7A2-EB74-0D4A-BA26D4A584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Orchestration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D93D041A-0FA3-311C-7AA5-808DC6C94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01" y="1261364"/>
            <a:ext cx="964655" cy="9646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1AB87A1-3972-07CD-3D42-0A43CE99E417}"/>
              </a:ext>
            </a:extLst>
          </p:cNvPr>
          <p:cNvSpPr txBox="1"/>
          <p:nvPr/>
        </p:nvSpPr>
        <p:spPr>
          <a:xfrm>
            <a:off x="3206187" y="311359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45720" algn="l"/>
            <a:endParaRPr lang="en-US" sz="130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121A403-EBA3-A6B0-AC41-D0BD99717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5333" y="1261364"/>
            <a:ext cx="964655" cy="96465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F5E1E64-4EC5-EC18-5960-ADEEF9DAB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8943" y="1337878"/>
            <a:ext cx="806858" cy="806858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F1FB644-8E44-ACE0-47CD-713219C271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0696" y="1337878"/>
            <a:ext cx="806858" cy="80685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C440773-D4BC-CF2E-8FC8-54231C4E0C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52450" y="1337878"/>
            <a:ext cx="806858" cy="806858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3168499-C650-FE8D-E1CA-374A8A6C84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27858" y="1396035"/>
            <a:ext cx="806858" cy="80685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D6B0545-89D5-3977-D0F1-479C4A0031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5813" y="1430476"/>
            <a:ext cx="806858" cy="80685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2112CDD-9750-58EA-93AE-9C809EAD9D8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9120" y="2969909"/>
            <a:ext cx="806858" cy="806858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056821E2-277F-9B2F-D6BC-023DF66C682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98061" y="2969909"/>
            <a:ext cx="806858" cy="806858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C9EFB21-2C42-25D1-F36D-7B1947911F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99325" y="2920307"/>
            <a:ext cx="837180" cy="83718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0B888AE-659F-192C-7AD4-839B74AE4BF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67979" y="2920307"/>
            <a:ext cx="837180" cy="83718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11EAED1-8FF2-97A2-0B2D-B3787D1F872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57916" y="2920307"/>
            <a:ext cx="837180" cy="83718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68A409E0-5BEB-DC15-DBF5-57912FE8504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97028" y="2955031"/>
            <a:ext cx="837180" cy="83718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E24942A-326F-4D72-EE39-2927F9CFBA7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93205" y="2955031"/>
            <a:ext cx="837180" cy="83718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2E08F31-DFF4-0820-F2DE-26D2BECD44DE}"/>
              </a:ext>
            </a:extLst>
          </p:cNvPr>
          <p:cNvSpPr txBox="1"/>
          <p:nvPr/>
        </p:nvSpPr>
        <p:spPr>
          <a:xfrm>
            <a:off x="4653023" y="52317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45720" algn="l"/>
            <a:endParaRPr lang="en-US" sz="130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178F176-49D8-769F-135E-2021D31B6B4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65142" y="4633361"/>
            <a:ext cx="837180" cy="837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E9BA72D-B9CB-4171-E29E-79E772CC7EE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594747" y="4756744"/>
            <a:ext cx="567832" cy="56783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B938C3F-6433-81C0-B421-DF8AB2FEB1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069245" y="4608203"/>
            <a:ext cx="837180" cy="837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9AE76100-D5DB-6A80-0CAB-7CECAE86BB1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687226" y="4608204"/>
            <a:ext cx="837179" cy="83717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503731B-5F33-2CAC-31DD-4AC05AC3C65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915265" y="4608204"/>
            <a:ext cx="837179" cy="83717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9DADB53-C34B-D9D0-03F0-2298EF50911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255880" y="4608204"/>
            <a:ext cx="837179" cy="83717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5E7C5EB-5E5A-B72B-7547-C2AE5C75425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3354" y="4608204"/>
            <a:ext cx="837179" cy="83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0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5F9030-2D53-2765-6CF4-0EFAF62E99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A92BB-0F16-D58A-B749-1EF10DDB11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Digital Transformation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287A6-2472-AC14-7E6B-FA996FF75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Robotics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8C03E-97B0-E324-F717-23977B50E1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WAN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900CE4-75B4-43A5-CE39-676BBEC0C3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IoT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4C2131-A54C-42F6-2E5D-16FED747A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Bluetooth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455131-F944-EF12-3387-38E9D4117B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Fingerprint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15E936-3A40-7686-70DC-B568E83169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Cloud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9CED24-B7A6-FC31-FF89-850EC3B166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Cloud Multi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D02FA70-2706-72FD-1807-4C01AD4C9A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Cloud Local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B7BD0C4-FE7E-2DEC-0604-A8ED6A513F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Cloud Management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778DE1-2A91-A8ED-F748-C9B6BF58C5B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Cloud Public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6C72EB-45C9-A459-E268-1BC8E2ACF8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Cloud Private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6E223BE-A58F-DD7A-244F-4DFEB74B6A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Cloud Automation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F7DEED-2EDA-E4BB-62A8-9C0925A7BD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Cloud Switching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907733-6FE4-7271-A473-277D7DE42A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Cloud Sync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41F6107-5BED-86D4-7910-04DB6581D5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Cloud Wireless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FB50502-D47F-8862-4ECD-7D6C673EC3E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Cloud Application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5F3B035-6665-4101-6E27-74D629996D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Cloud Ops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DCDC159-DE85-B523-A457-645D57FD4A9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Cloud Mesh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B6EDF91-21A7-4B7B-D33C-D597042AA5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Security Lock 1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0C587E5-3753-57C6-5368-B973A7E60EF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Security Unlock 1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BEDCD87-4D2C-D369-3AF0-E488AE64D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237" y="1344144"/>
            <a:ext cx="837179" cy="83717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1A82FA0-4659-5F05-CFA7-1D382C276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4385" y="1363011"/>
            <a:ext cx="753870" cy="75387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C577F0F-AFD9-6DF6-25DE-CC48D8AFCF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2474" y="1355820"/>
            <a:ext cx="753870" cy="75387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1379B0F-A5D5-FFDE-3D03-43AC97A0C9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8879" y="1402120"/>
            <a:ext cx="753870" cy="75387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FB94D3E-6DC9-22CB-41D3-C2DC396089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62521" y="1436843"/>
            <a:ext cx="753870" cy="75387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E53EACB-3830-6668-2B28-5E9537D80C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6377" y="1410473"/>
            <a:ext cx="788560" cy="78856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D95B81F-5EAE-97D7-6F57-C44D5370F05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44430" y="1448417"/>
            <a:ext cx="753870" cy="75387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B38EBF3-1E03-A668-73A3-C15765022B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78849" y="2938196"/>
            <a:ext cx="788561" cy="78856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0CB901B-AEFD-25A8-C2D0-971B2B53BA8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02450" y="2938196"/>
            <a:ext cx="788561" cy="78856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76D369E3-A3BC-54FF-0CB3-636A3A2AB7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9742" y="2938196"/>
            <a:ext cx="788561" cy="7885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2B7F31D-421A-A23F-FFA5-E557E6FDB5E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59070" y="2938196"/>
            <a:ext cx="788561" cy="788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6B6CDD6A-36C8-4610-9AEA-CDBDEF2846A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69877" y="2938196"/>
            <a:ext cx="788561" cy="78856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8CA0DA6E-7E3A-28CD-A491-35A554C0975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457483" y="2938196"/>
            <a:ext cx="788561" cy="78856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BF8428A-C254-13ED-6BEC-DF94F1B001D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78647" y="2957489"/>
            <a:ext cx="753870" cy="75387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5B010DFF-C6F9-59DD-D2AA-B2F22362E0C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89697" y="4583841"/>
            <a:ext cx="788561" cy="78856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A94D558-EFF5-74B3-5BF4-64B64F923CB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78849" y="4583841"/>
            <a:ext cx="788561" cy="78856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E833DCE-5455-057D-97E5-9FD1D1FB64F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02450" y="4583841"/>
            <a:ext cx="788561" cy="78856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B670106-437C-543A-C2D6-FDFBC2049E3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679742" y="4583841"/>
            <a:ext cx="788561" cy="788561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D92712F-186F-5DE7-BCF9-3D6D5595233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59070" y="4583841"/>
            <a:ext cx="788561" cy="7885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91CD8234-EF8B-77C1-6D37-C0D9392EFFE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69877" y="4583841"/>
            <a:ext cx="788561" cy="78856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AF31D17-B129-E58B-47E0-B7C25E485A4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16220" y="4581935"/>
            <a:ext cx="788561" cy="78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1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2F75AB-97FD-7B75-D0B3-B5B180D2AF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B5708-AED3-8EBB-3A77-9619152321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Security Lock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68424-7176-4550-093A-3C1BA15285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Security Unlock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236C1-13EF-D7F7-54A5-414A3FF0EF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Security Password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AEF2A-93C6-4F9E-1E7D-BF57C58307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Certified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89C3AB-F450-E0B6-B635-F60EEC1484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Shield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4BE672-C8F0-2910-CC6A-4C58CDEDA3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Firewall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19A435-53EF-D6E2-269C-E9555E9FD8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Cursor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04C99D-3FC8-7AC0-D599-6671D14EFF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Plug n Play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ADC34A-4BC0-54D7-6CFA-EE13AC15CB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5G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C44F61-3418-68A2-8AF0-6C725F7738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Data Center Mainframe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9BDA6E-DCAD-F269-E58F-0789BE2A9B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Workflow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4E54D0-74EA-60EF-94F8-12E137A3EB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Funnel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F02009-8C22-B4DD-AA19-1BED8DAF09A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Performance Management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E52467B-3AF8-4E7D-F698-086D065D8C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Management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D2DDA6-C701-81BF-E04A-4292E798CF1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Fiber Optics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30D288-B434-C882-D384-55D3050514C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3D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D420947-6149-AE36-4001-81A3584D759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Aggregate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A5AFC0C-038F-B3B6-FD9F-F48FE2E671B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Distribution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24D59C6-70AA-C191-E838-BE5AB6F5073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Power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E27A29D-4195-8C28-BD9C-FF7CDC70CCC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Share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549F0FB-6BE6-CFF5-9624-1F967EF2B4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Download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0D27363A-8C00-6BA9-E56C-21F33BAA2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369" y="1354504"/>
            <a:ext cx="788561" cy="78856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CC75EF9-B29D-E58C-37A1-E8741C0E3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8849" y="1375749"/>
            <a:ext cx="788561" cy="78856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2EDA15A-DEFA-DE8E-CD4A-4604D719E0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2450" y="1375749"/>
            <a:ext cx="788561" cy="78856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CA9532D-420D-C486-534B-1E753A3DC3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9742" y="1375749"/>
            <a:ext cx="788561" cy="78856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2E89A96-95B2-67F3-FADF-0DAB1448D3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72570" y="1375749"/>
            <a:ext cx="788560" cy="78856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7104484-EEF0-1407-3B11-252B9C6D94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19930" y="1478436"/>
            <a:ext cx="788561" cy="78856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1919E7B-A87F-98BF-B14D-8D0027FA3A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22395" y="1468739"/>
            <a:ext cx="788561" cy="7885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06F7D2F-91E8-39CE-F10E-BFE805CE755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533" y="2973448"/>
            <a:ext cx="788561" cy="78856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92AC729-6336-E437-3384-C1727D70FC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0034" y="3081716"/>
            <a:ext cx="788561" cy="78856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51E6771-FE1A-7DEA-330F-326FE2B27AD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75421" y="3081716"/>
            <a:ext cx="788561" cy="7885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8FEDBAF-D3A7-7467-AB99-7DA265FE5E8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76775" y="3081716"/>
            <a:ext cx="788561" cy="788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BADCA00-E7E5-32AA-53CA-38C65BAE41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01609" y="3081716"/>
            <a:ext cx="788561" cy="78856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5B34A96-291E-4470-B67C-08FB7666F89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44932" y="3081716"/>
            <a:ext cx="788561" cy="78856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8EB06D6-30AE-7365-EB5B-FF1DC555E1B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38735" y="3081716"/>
            <a:ext cx="788561" cy="78856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889E280-0AE7-7944-3539-B510A933572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88334" y="4760142"/>
            <a:ext cx="788561" cy="78856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A961EE0-0AAB-78EC-747F-8275F5CB6D0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89517" y="4798633"/>
            <a:ext cx="788561" cy="78856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5A72451-FD8C-5C0D-8B8A-8170A9DE969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079297" y="4798633"/>
            <a:ext cx="788561" cy="78856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6FBE059C-BAB8-7B9D-4D9A-43F08EA3743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06926" y="4798633"/>
            <a:ext cx="788561" cy="788561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23C18A6-5F9A-337A-CBF9-77593CACF57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67100" y="4798633"/>
            <a:ext cx="788561" cy="7885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90B61B3A-2F6A-1CCC-D873-1E378E1730C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79806" y="4761601"/>
            <a:ext cx="788560" cy="78856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DC74C58-8023-BBFD-9431-8444131CA0D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3458" y="4784750"/>
            <a:ext cx="788560" cy="7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0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F0CAE5-3734-47FC-AB48-1D4A60889F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Devices/General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0F4E1-F34B-B9F0-A967-D17628D3A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8CA32-DD3E-D5C2-7387-AC978E9C26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Code Success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93078-3E9B-EE47-C199-3EA0A49C6C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Publish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5D9179-88CE-96EE-4BCD-A2517AD452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Link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99160C-14E3-9C13-4F26-F69B6CFCF2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Settings Tools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A96436-DA1C-CE17-33BA-F0D38C6BD5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Search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30AAA8-036A-8860-3634-EA0EAF15ED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Accelerate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590A11-B131-7DE3-21B7-C373B75EF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Headset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92C50D-7CA9-4B44-AA3B-2FDA1E26F3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Alert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5B4980-4DC0-93AF-0875-5A3576B521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Automation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C7F6D0-3E28-7F59-3509-1A0507A3C1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Scaling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1AA2F2-802F-C21A-77D6-01235241B4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Switching Spine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E0CDC1C-A436-22B3-F399-4DD808E30D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Packets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921A6-8DEC-AF1F-53CB-FC5C2D8464D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Container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4FDC00-17AA-6D01-AF77-DCD25FE020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err="1"/>
              <a:t>Platformization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074AFBF-F5E5-1C5A-02CD-B595AB157D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err="1"/>
              <a:t>Anomoly</a:t>
            </a:r>
            <a:r>
              <a:rPr lang="en-US"/>
              <a:t> Detection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EDA4DA-4DA1-7118-8AF8-218FC089D11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Open API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AFD2C16-8B45-CA67-7FBA-A85135D3E8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Digital Twin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6E1BA3A-AD77-8DA4-F073-7FBCF70E918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360 Reporting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4205127-47A0-E489-2A7E-AEDC9A3B5A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Continuous Monitoring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C5DEEDB-E0BC-AE9D-0B53-7BC1E9153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682" y="1491888"/>
            <a:ext cx="788561" cy="78856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AB3C52F-D102-53F7-F82D-F9964C6E6D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4192" y="1546982"/>
            <a:ext cx="788561" cy="78856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2E4D222-7CFD-2F74-3786-AF4737C5D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5817" y="1520690"/>
            <a:ext cx="788560" cy="78856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A11F890-3BCC-C64F-B029-1A19A5F343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3287" y="1520690"/>
            <a:ext cx="788560" cy="78856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47945CE-526A-4C72-C899-09E4EFF9C2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787" y="3134185"/>
            <a:ext cx="788560" cy="78856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A440DF93-7BC1-B289-B41D-9A2BD52827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12756" y="3067901"/>
            <a:ext cx="788560" cy="78856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B5C0B57-622C-CBEE-5DB7-AF91E89EE4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29863" y="1493745"/>
            <a:ext cx="788560" cy="78856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D01FEC2-F4ED-8922-982B-51D94BF3B5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47776" y="1493745"/>
            <a:ext cx="788560" cy="78856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27EA44C-3E8B-6FF2-5B8D-880468AF91A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447333" y="1493745"/>
            <a:ext cx="788560" cy="78856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55D88BA-6F74-191E-4D93-1FC838F2BA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04688" y="3172074"/>
            <a:ext cx="788560" cy="7885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4F3C322-C195-C7BA-C7AB-82885CA756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09319" y="3051545"/>
            <a:ext cx="788560" cy="78856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5F2E8E1-9FCA-DC86-436D-863958D14F9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81526" y="3156306"/>
            <a:ext cx="788560" cy="78856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0638FE9-E26C-DB99-E453-085619DEDF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49240" y="3156306"/>
            <a:ext cx="788560" cy="78856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BB817D2-F3EF-7C06-DBF9-8D3CE125064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38734" y="3156306"/>
            <a:ext cx="788560" cy="78856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52987DB-2C96-B201-64A1-6052AFF95C6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70126" y="4688180"/>
            <a:ext cx="871949" cy="87194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7F449EC-AF7C-8748-5A99-DB2E2388DFE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99013" y="4695566"/>
            <a:ext cx="784623" cy="7846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7ED47F9-A3CC-BCAC-740E-22F0C802BA37}"/>
              </a:ext>
            </a:extLst>
          </p:cNvPr>
          <p:cNvSpPr txBox="1"/>
          <p:nvPr/>
        </p:nvSpPr>
        <p:spPr>
          <a:xfrm>
            <a:off x="5127585" y="518545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45720" algn="l"/>
            <a:endParaRPr lang="en-US" sz="130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3F0DD44-BE6A-9094-CB35-9CC0CEE4FE0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44620" y="4683991"/>
            <a:ext cx="784622" cy="78462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1B968F4-3C71-61D9-F906-0ECE47BED09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31196" y="4771665"/>
            <a:ext cx="784621" cy="78462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8D743A8-5BFD-1767-A586-C41E6632BB7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51618" y="4771664"/>
            <a:ext cx="784622" cy="78462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6054FA35-DFE5-3637-C0B3-45BA2305D0B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57202" y="4794812"/>
            <a:ext cx="784623" cy="78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7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AD65E-6CF9-609C-42E2-6AF2DC9D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2465388"/>
            <a:ext cx="6675564" cy="1695450"/>
          </a:xfrm>
        </p:spPr>
        <p:txBody>
          <a:bodyPr/>
          <a:lstStyle/>
          <a:p>
            <a:r>
              <a:rPr lang="en-US"/>
              <a:t>Extreme Products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2932011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EFF89A8-2B0C-394D-9E48-58AC430E5F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351" y="398928"/>
            <a:ext cx="8405486" cy="381001"/>
          </a:xfrm>
        </p:spPr>
        <p:txBody>
          <a:bodyPr/>
          <a:lstStyle/>
          <a:p>
            <a:r>
              <a:rPr lang="en-US"/>
              <a:t>Extreme Products and Solutions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D13406B-805D-F344-9CA6-D5D1B9C7D4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51" y="2255526"/>
            <a:ext cx="1396530" cy="276998"/>
          </a:xfrm>
        </p:spPr>
        <p:txBody>
          <a:bodyPr/>
          <a:lstStyle/>
          <a:p>
            <a:r>
              <a:rPr lang="en-US"/>
              <a:t>Extreme AP 1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F47A412-B237-FD4C-96ED-516832111D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2834" y="2255526"/>
            <a:ext cx="1396530" cy="276998"/>
          </a:xfrm>
        </p:spPr>
        <p:txBody>
          <a:bodyPr/>
          <a:lstStyle/>
          <a:p>
            <a:r>
              <a:rPr lang="en-US"/>
              <a:t>Extreme AP 2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73ABA395-CF85-C936-5BFF-ADC77F0ED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Fabric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EB063109-84C4-8F43-B81A-45ABC704E8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65200" y="2255526"/>
            <a:ext cx="1396530" cy="276998"/>
          </a:xfrm>
        </p:spPr>
        <p:txBody>
          <a:bodyPr/>
          <a:lstStyle/>
          <a:p>
            <a:r>
              <a:rPr lang="en-US"/>
              <a:t>Session Director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D352071-AFBF-9F44-A4C8-DDD64FF9BB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3789" y="2257507"/>
            <a:ext cx="1396530" cy="276998"/>
          </a:xfrm>
        </p:spPr>
        <p:txBody>
          <a:bodyPr/>
          <a:lstStyle/>
          <a:p>
            <a:r>
              <a:rPr lang="en-US"/>
              <a:t>NAC 1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8DDE7E13-1B5F-1A4A-80CF-1BDFAF2A05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72" y="2257507"/>
            <a:ext cx="1396530" cy="276998"/>
          </a:xfrm>
        </p:spPr>
        <p:txBody>
          <a:bodyPr/>
          <a:lstStyle/>
          <a:p>
            <a:r>
              <a:rPr lang="en-US"/>
              <a:t>NAC 2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3D2F54-3D14-BC45-945E-06A1CF0086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46155" y="2257507"/>
            <a:ext cx="1396530" cy="276998"/>
          </a:xfrm>
        </p:spPr>
        <p:txBody>
          <a:bodyPr/>
          <a:lstStyle/>
          <a:p>
            <a:r>
              <a:rPr lang="en-US"/>
              <a:t>XMC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19F3A6B5-3405-8449-9E8A-D0EF556EDB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1651" y="3952961"/>
            <a:ext cx="1396530" cy="276998"/>
          </a:xfrm>
        </p:spPr>
        <p:txBody>
          <a:bodyPr/>
          <a:lstStyle/>
          <a:p>
            <a:r>
              <a:rPr lang="en-US"/>
              <a:t>Universal Platform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9CF9DBED-61D2-079E-5023-2AD5007D4C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Universal</a:t>
            </a:r>
            <a:br>
              <a:rPr lang="en-US"/>
            </a:br>
            <a:r>
              <a:rPr lang="en-US"/>
              <a:t>Launch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78EF8C95-8996-5841-AF91-BD93D20E9C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64017" y="3952961"/>
            <a:ext cx="1396530" cy="276998"/>
          </a:xfrm>
        </p:spPr>
        <p:txBody>
          <a:bodyPr/>
          <a:lstStyle/>
          <a:p>
            <a:r>
              <a:rPr lang="en-US"/>
              <a:t>Infinite Enterprise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96A22-EADE-88BD-667D-68328C58CC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65200" y="3952961"/>
            <a:ext cx="1396530" cy="276998"/>
          </a:xfrm>
        </p:spPr>
        <p:txBody>
          <a:bodyPr/>
          <a:lstStyle/>
          <a:p>
            <a:r>
              <a:rPr lang="en-US"/>
              <a:t>ExtremeCloud IQ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A19E143-ADCA-9347-9FC0-318485C8B7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43789" y="3954942"/>
            <a:ext cx="1396530" cy="276998"/>
          </a:xfrm>
        </p:spPr>
        <p:txBody>
          <a:bodyPr/>
          <a:lstStyle/>
          <a:p>
            <a:r>
              <a:rPr lang="en-US"/>
              <a:t>ExtremeCloud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5496AB37-8758-0840-B93F-D83088138C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44972" y="3954942"/>
            <a:ext cx="1396530" cy="276998"/>
          </a:xfrm>
        </p:spPr>
        <p:txBody>
          <a:bodyPr/>
          <a:lstStyle/>
          <a:p>
            <a:r>
              <a:rPr lang="en-US"/>
              <a:t>Universal</a:t>
            </a:r>
            <a:br>
              <a:rPr lang="en-US"/>
            </a:br>
            <a:r>
              <a:rPr lang="en-US"/>
              <a:t>Infrastructure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32EEDE85-3775-AE44-AB71-F2043BBD85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146155" y="3954942"/>
            <a:ext cx="1396530" cy="276998"/>
          </a:xfrm>
        </p:spPr>
        <p:txBody>
          <a:bodyPr/>
          <a:lstStyle/>
          <a:p>
            <a:r>
              <a:rPr lang="en-US"/>
              <a:t>Universal</a:t>
            </a:r>
            <a:br>
              <a:rPr lang="en-US"/>
            </a:br>
            <a:r>
              <a:rPr lang="en-US"/>
              <a:t>Hardward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6B6B33C1-AFA0-9A48-9323-A7A62CBBC3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1651" y="5615451"/>
            <a:ext cx="1396530" cy="276998"/>
          </a:xfrm>
        </p:spPr>
        <p:txBody>
          <a:bodyPr/>
          <a:lstStyle/>
          <a:p>
            <a:r>
              <a:rPr lang="en-US"/>
              <a:t>SD-WAN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49B84DF3-68B5-0440-A2EE-F974A3AC6D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162834" y="5615451"/>
            <a:ext cx="1396530" cy="276998"/>
          </a:xfrm>
        </p:spPr>
        <p:txBody>
          <a:bodyPr/>
          <a:lstStyle/>
          <a:p>
            <a:r>
              <a:rPr lang="en-US"/>
              <a:t>Universal</a:t>
            </a:r>
            <a:br>
              <a:rPr lang="en-US"/>
            </a:br>
            <a:r>
              <a:rPr lang="en-US"/>
              <a:t>Functionality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F45800B4-AECC-174D-BCD4-D64B592AADF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64017" y="5615451"/>
            <a:ext cx="1396530" cy="276998"/>
          </a:xfrm>
        </p:spPr>
        <p:txBody>
          <a:bodyPr/>
          <a:lstStyle/>
          <a:p>
            <a:r>
              <a:rPr lang="en-US"/>
              <a:t>Automated</a:t>
            </a:r>
            <a:br>
              <a:rPr lang="en-US"/>
            </a:br>
            <a:r>
              <a:rPr lang="en-US"/>
              <a:t>Campus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E7A14779-6E7F-2D0C-FEE7-D6E435AAF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Co-Pilot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DE7860B7-DFB3-2F40-BE65-4171148195D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43789" y="5617432"/>
            <a:ext cx="1396530" cy="276998"/>
          </a:xfrm>
        </p:spPr>
        <p:txBody>
          <a:bodyPr/>
          <a:lstStyle/>
          <a:p>
            <a:r>
              <a:rPr lang="en-US"/>
              <a:t>Effortless</a:t>
            </a:r>
            <a:br>
              <a:rPr lang="en-US"/>
            </a:br>
            <a:r>
              <a:rPr lang="en-US"/>
              <a:t>Experience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8B9B6-D01B-F842-A648-7F67F46AA9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44972" y="5617432"/>
            <a:ext cx="1396530" cy="276998"/>
          </a:xfrm>
        </p:spPr>
        <p:txBody>
          <a:bodyPr/>
          <a:lstStyle/>
          <a:p>
            <a:r>
              <a:rPr lang="en-US"/>
              <a:t>Universal ZTNA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3AE5ACD-B149-E542-A7A8-CB775637B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791" y="1324486"/>
            <a:ext cx="902250" cy="9022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1640911-5FD4-4C43-AAA3-F45BE4C49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9974" y="1324486"/>
            <a:ext cx="902250" cy="9022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6B441BF-BFAA-D045-A84B-E308695FFF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694" y="1399470"/>
            <a:ext cx="752283" cy="75228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7A62EA5-B499-374D-9CC2-EC28EFABC2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9986" y="1399470"/>
            <a:ext cx="752283" cy="75228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846D0E0-06E7-3849-BFF8-BD42960009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03478" y="1399470"/>
            <a:ext cx="752283" cy="75228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905EAC9-6790-5D4C-B7A8-151D12A646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5031" y="1434346"/>
            <a:ext cx="752283" cy="75228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B9B43C7-F88C-D647-9A3E-B9BF8D5DC4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86141" y="3158974"/>
            <a:ext cx="752283" cy="75228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C3FE7FA-8DEA-2E4F-BB10-499C29903E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89174" y="3158974"/>
            <a:ext cx="752283" cy="752283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CD3A3A18-F271-0A47-AC56-5610093485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54486" y="3158974"/>
            <a:ext cx="752283" cy="75228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BA943CAC-EAEA-BE4A-867E-2AFC22B217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55669" y="3158974"/>
            <a:ext cx="752283" cy="752283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8A9FD4C9-01C8-B749-9E2E-2B6E3C917D1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2376" y="3203175"/>
            <a:ext cx="752283" cy="75228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19834CA3-F6F4-E84C-A2AD-4835EBADCF1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84958" y="3183853"/>
            <a:ext cx="752283" cy="752283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39B17857-9CC6-6C47-87FC-DB61A30BE5D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88834" y="4777332"/>
            <a:ext cx="752283" cy="752283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E7209B1B-7314-4142-8F91-BC7B8E5AF6A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55669" y="1474453"/>
            <a:ext cx="752283" cy="75228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B3DD7640-3B06-434A-83FC-845A5C375B5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115017" y="4777332"/>
            <a:ext cx="752283" cy="752283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3CF042B6-F886-D64F-A7E6-2FCEEFBCF4A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73863" y="4777332"/>
            <a:ext cx="752283" cy="752283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734E4153-20FB-3B43-B2C7-7FAB9C45267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57180" y="4777332"/>
            <a:ext cx="752283" cy="75228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CC477A5-CE07-9819-2E57-A5F7F0150AA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223219" y="3110362"/>
            <a:ext cx="849505" cy="84950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767963D-CE55-EBAE-A061-06B72926EA8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16049" y="4545846"/>
            <a:ext cx="1001176" cy="1022784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A7D2E183-01F1-30AB-0A11-BAA2D8E7C44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72466" y="4760670"/>
            <a:ext cx="746096" cy="7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0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33F9B-9BB3-60AD-2A62-4AAE160B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2581690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59F7-E097-7D4C-B526-B06B2F90BF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351" y="398928"/>
            <a:ext cx="8405486" cy="381001"/>
          </a:xfrm>
        </p:spPr>
        <p:txBody>
          <a:bodyPr/>
          <a:lstStyle/>
          <a:p>
            <a:r>
              <a:rPr lang="en-US"/>
              <a:t>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A4EE-B589-EC4C-852B-F121FD4235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51" y="2255526"/>
            <a:ext cx="1396530" cy="276998"/>
          </a:xfrm>
        </p:spPr>
        <p:txBody>
          <a:bodyPr/>
          <a:lstStyle/>
          <a:p>
            <a:r>
              <a:rPr lang="en-US"/>
              <a:t>Location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2FA7F-0D20-A749-ADBB-2978C816B9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2834" y="2255526"/>
            <a:ext cx="1396530" cy="276998"/>
          </a:xfrm>
        </p:spPr>
        <p:txBody>
          <a:bodyPr/>
          <a:lstStyle/>
          <a:p>
            <a:r>
              <a:rPr lang="en-US"/>
              <a:t>House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CDA1595-7F82-73F6-4178-018F4009CC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City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FA03E8-4F7A-B147-1C7A-A448987DCC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Globe 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06CB1F-7D21-FD45-A3CA-3F7D6306E3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3789" y="2257507"/>
            <a:ext cx="1396530" cy="276998"/>
          </a:xfrm>
        </p:spPr>
        <p:txBody>
          <a:bodyPr/>
          <a:lstStyle/>
          <a:p>
            <a:r>
              <a:rPr lang="en-US"/>
              <a:t>Globe 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12E190-A1F8-0242-BDED-5BD3028634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72" y="2257507"/>
            <a:ext cx="1396530" cy="276998"/>
          </a:xfrm>
        </p:spPr>
        <p:txBody>
          <a:bodyPr/>
          <a:lstStyle/>
          <a:p>
            <a:r>
              <a:rPr lang="en-US"/>
              <a:t>Globe 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B89CA4D-D185-BE45-9E05-0AF9770265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46155" y="2257507"/>
            <a:ext cx="1396530" cy="276998"/>
          </a:xfrm>
        </p:spPr>
        <p:txBody>
          <a:bodyPr/>
          <a:lstStyle/>
          <a:p>
            <a:r>
              <a:rPr lang="en-US"/>
              <a:t>Globe Wireless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F4122C5-6528-BA45-BC53-819DA24EE0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1651" y="3952961"/>
            <a:ext cx="1396530" cy="276998"/>
          </a:xfrm>
        </p:spPr>
        <p:txBody>
          <a:bodyPr/>
          <a:lstStyle/>
          <a:p>
            <a:r>
              <a:rPr lang="en-US"/>
              <a:t>Globe Location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04F2046-480B-CA45-BA0D-CF5A3D976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9085" y="1380480"/>
            <a:ext cx="837180" cy="83718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C64BA4FE-E24B-4D4D-A5F0-3A8BAE379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59" y="1380480"/>
            <a:ext cx="837180" cy="83718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365AF6C-6B9F-4945-AAFD-CCC4CCDA6A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6714" y="1380480"/>
            <a:ext cx="837180" cy="83718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EF1D0B0-ACF4-7F40-82AD-E8B5CD7E42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3183" y="1380480"/>
            <a:ext cx="837180" cy="83718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0AB0B04-E7F6-594C-8D83-DBB51A7B2A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56159" y="1380480"/>
            <a:ext cx="837180" cy="83718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71CF7FD-BC98-A146-A8DE-D9B8B9042F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39433" y="1406717"/>
            <a:ext cx="837180" cy="83718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9DB3262-23D3-8D66-AF8B-081315EDF2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2653" y="1360572"/>
            <a:ext cx="837180" cy="83718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3F28BF-BC99-86CB-807E-3D724AAD79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7128" y="2957724"/>
            <a:ext cx="837180" cy="83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4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4EF5E5-663F-FED7-5363-B901068E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val="44910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FA5FAF-70F8-B661-8B40-BC951B9A5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Social Media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447BE-219D-74F7-46A6-2E5E612217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Like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300AD-BF2F-D39A-30A7-C734C576DC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Like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EB55B-AFCA-90A6-89A4-008C4BB07B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Notification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565C19-B139-9BF0-DB6E-6E39A0E1DF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Facebook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838E39-4A3A-855F-A80D-8B92E6C98A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Instagram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2DC006-FA97-E004-1CD6-1CA6291051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Snapchat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27E585-A495-4B1A-0A39-99905613CD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WhatsApp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94D755E-9FE8-8633-FECC-C2C532AD2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92" y="1400572"/>
            <a:ext cx="837180" cy="83718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6F7A8BB-094F-7C5C-5B89-D882B5A06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0275" y="1400572"/>
            <a:ext cx="837180" cy="83718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1289C02-A5E0-3FAE-C007-5A84C6A9A1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9731" y="1400572"/>
            <a:ext cx="837180" cy="83718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FDD25B-1A5D-D5FF-F7D4-A1CB599F0C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6919" y="1400572"/>
            <a:ext cx="837180" cy="83718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39A038C-D7AC-EB2B-2F3B-9FC4EAB55F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68102" y="1400572"/>
            <a:ext cx="837180" cy="83718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1D99EF9-A508-4D4A-73F4-3918618449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63662" y="1441887"/>
            <a:ext cx="837180" cy="83718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B80E083-FC38-51FF-3E04-ABB5F7594A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76035" y="1478463"/>
            <a:ext cx="837180" cy="83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2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052C7-D94B-E170-AD56-42924EAC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Misc.</a:t>
            </a:r>
          </a:p>
        </p:txBody>
      </p:sp>
    </p:spTree>
    <p:extLst>
      <p:ext uri="{BB962C8B-B14F-4D97-AF65-F5344CB8AC3E}">
        <p14:creationId xmlns:p14="http://schemas.microsoft.com/office/powerpoint/2010/main" val="932568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E761F7-1000-BF7A-113C-1922A157F8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Misc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C30E8-3571-9040-33CB-3537BE347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User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79EB2-5531-1CB7-3E44-F5052F9502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User Success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EB6ED-D8E3-A287-55B5-1EF7F9651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User ID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CDF32-D21D-15CA-ED5C-A49AFBF918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Ribbon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056CC8-5395-7CA4-4BD3-6DB5031F94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Trophy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ED47E7-E879-619D-6703-1250B2BAA1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Calendar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F0AB5-64A0-A6B5-8B5A-27A908C727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Calendar 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4C0108-D114-D128-B034-E3CE4D2D2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Speaker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6BAFF0-1E08-7137-802D-EEB3C1A265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Key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7BF4B6-29C5-4F46-966A-4085E3F6195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Clock 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E77FC6-18F2-FA2F-56B0-A3F4F1A17A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Clock 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324093-BF0D-09CC-38F2-4FE1CE4944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Stopwatch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BB279D-7515-7F10-6DA8-BB73C5E16A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Crown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CFD69C7-BD96-3B27-A190-32497206DA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Wallet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C523980-F8DE-8CD1-D82D-AFE48D6AAD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Interactive 1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431247-5C30-5F58-3501-4B71153C881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Interactive 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2BEC27-21AD-EDAC-DB19-B83BD44B357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Flag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A5EFCDC-B754-B873-BBE4-6BF729FFFC5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Rocket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61829C-69A4-4A5B-167D-1488A608CE7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Science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AFE007-F03C-9055-CDBF-FC5DB336B53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Space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4AB2FE9-7E21-EF20-91D2-F5A6C2B198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Thermometer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D342475-5FE3-FA50-5AEA-E9DFDC7B5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298" y="1414326"/>
            <a:ext cx="855512" cy="8555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596EE56-3D60-FF96-CFEB-49DD12BF9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772" y="1450788"/>
            <a:ext cx="855512" cy="85551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EE92BF3-DB38-B4B8-BF1E-49E3182B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2225" y="1361764"/>
            <a:ext cx="855512" cy="8555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45070D4-049F-09CB-F83D-E4D6B7E87E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5561" y="1423352"/>
            <a:ext cx="855512" cy="8555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91EA38B-2BA6-967F-E78E-E05E5F1817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13083" y="1416849"/>
            <a:ext cx="855512" cy="8555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7D4A197-6919-8530-9987-52ECD1F8F3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3601" y="1419331"/>
            <a:ext cx="855512" cy="85551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C40FB22-E5B2-5829-E210-423F9EBB39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24535" y="1420474"/>
            <a:ext cx="855512" cy="85551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3B6E11B-248F-5405-9FF4-4C0B065693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6557" y="3004369"/>
            <a:ext cx="855512" cy="85551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C1EA0B32-A349-0A78-02AA-3ED296921BE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32609" y="3114922"/>
            <a:ext cx="855512" cy="8555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046DB0D2-30EE-BB4A-B7A6-FD5DF6B7B71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36739" y="3134219"/>
            <a:ext cx="855512" cy="85551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771937E-1F6B-8C72-7EE2-F2A16C5DA7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87628" y="3116903"/>
            <a:ext cx="855512" cy="85551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B74BEE3-BC00-A75E-D07C-B28DC15252D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46744" y="3022652"/>
            <a:ext cx="855512" cy="85551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D3B3A75-CD66-D7DA-1D27-1372A86A3C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52837" y="3040867"/>
            <a:ext cx="855512" cy="85551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2083E1CD-7DC5-5050-96D5-F7340C0AC02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84218" y="3040867"/>
            <a:ext cx="855512" cy="85551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FB8BDEC-5D8B-7F13-01A0-8FE9A53AFE4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33259" y="4674595"/>
            <a:ext cx="855512" cy="85551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9221582A-6B4D-13E3-8F8C-3D30A347DD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74159" y="4738579"/>
            <a:ext cx="814586" cy="81458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57DBB8E0-98D4-057F-B341-01F141C5455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82845" y="4768028"/>
            <a:ext cx="706186" cy="706186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B8B990EC-A014-EE83-F2F3-377CBB87E2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671037" y="4835159"/>
            <a:ext cx="773918" cy="77391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B187359-CDD9-511D-915B-20EC324FAC6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94030" y="4775155"/>
            <a:ext cx="814586" cy="814586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36A406A7-7658-17C9-8CF5-6FA4BE0094E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22105" y="4822927"/>
            <a:ext cx="760802" cy="76080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5133DE4-D387-DB58-41B3-482C1467D25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96396" y="4849819"/>
            <a:ext cx="760802" cy="76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87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53BD89-2788-7C08-D170-8D8D5C4810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Misc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557B6-9F30-7C32-BF30-6CB8DC297F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Eye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7F467-869C-0DC1-0327-D82291EDE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Target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85FC9-0CDF-3ECE-52D9-22609814D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Target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5264DD-4A18-5012-DBEF-74998089A1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Light Bulb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B64001-9177-E1D0-7608-640352A6AB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Lightning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0D75C4-20B0-1BD0-C90D-39B2EC46A4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E2B4C7-25B5-B170-B547-8C657741E2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Arrow Update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AE1F48-67F0-32C3-0D64-3535EFF239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Arrow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4D3BA-7896-7272-A5C1-605BDFB947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Add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34D114-C636-17CC-F1D3-64AA065942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Delete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902A9-074E-2723-EE12-8DBAFAAA03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Success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CD3EB5-501C-6B66-6AD3-26D3965D17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94C122-61E3-5BB6-6F64-6FA8CA1669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Arrow Reroute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AB07178-108F-C42B-EBA6-6E138986B9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Arrow Shuffle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81045E-1D81-B727-B72A-C3039A604BD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Arrow Repeat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F4DD954-DA4A-1389-0026-165A9F38A2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Arrow Refresh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554515-39B8-83BE-5911-61F10164BE7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Chat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AE45AD7-4B0D-2D1B-2357-50BDE7AC6D8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Chat Question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8267011-A7B8-32F1-429D-8C1CD7FD974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Chat Q&amp;A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6180836-BE64-5C92-4C77-A37BDFAEF7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Diamond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AAF7E71-307C-9B0F-3D2F-940313C7AB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Dining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2306A54-C481-29E2-0B52-7D2963C71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459" y="1409207"/>
            <a:ext cx="773918" cy="77391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05357AE-A9CB-81BE-CAA3-DB62865BFE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7847" y="1363290"/>
            <a:ext cx="773918" cy="77391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F58DB7C-6790-744E-D8BD-087714F65C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8537" y="1376708"/>
            <a:ext cx="773918" cy="77391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97E0B1A-3456-D186-3BC6-075972877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9854" y="1380713"/>
            <a:ext cx="773918" cy="773918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5685725-B7BE-A83D-FC34-45E0077954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06222" y="1475354"/>
            <a:ext cx="773918" cy="77391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4010280-7BF9-3C11-C870-77D20BF89F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9733" y="1439807"/>
            <a:ext cx="773918" cy="773918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C995024-EBB9-EDAC-F2D2-C9815B8C8F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767" y="3098427"/>
            <a:ext cx="773918" cy="77391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FA546D3-4D16-F38B-C68B-E7A48A8338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09652" y="3102300"/>
            <a:ext cx="786954" cy="78695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4231A23-B0D3-3E73-01BE-41ACE7B378F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02860" y="3102300"/>
            <a:ext cx="786954" cy="78695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7D5C0FFE-E875-D8F2-00CC-90D8B33D3F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31353" y="3102300"/>
            <a:ext cx="786954" cy="78695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166C5B1-6B0C-EC47-6252-9C8957500D2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45745" y="3074725"/>
            <a:ext cx="786954" cy="78695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90A715-7DE8-B385-1894-F469F9DDDE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398144" y="1450563"/>
            <a:ext cx="786954" cy="78695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BA0833B-5A00-FE37-77EE-58A256090B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76825" y="4635095"/>
            <a:ext cx="786954" cy="78695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4470CC6-23A0-9713-1F72-2288E4F6619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9955" y="4665759"/>
            <a:ext cx="786954" cy="78695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D54A1DE-F0FD-5397-F92B-3ADE6B95A4E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856230" y="3084291"/>
            <a:ext cx="786954" cy="78695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44F249-0CC6-BD81-A1EC-6F60EF41571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457413" y="3152320"/>
            <a:ext cx="786954" cy="78695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240C6D59-4592-761A-E335-63F352B3993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17092" y="4796189"/>
            <a:ext cx="786954" cy="786954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A7EA169-9E11-C596-64C0-F09AF8BB609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56267" y="4797545"/>
            <a:ext cx="786954" cy="78695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3FF2CD76-0A68-3C55-5864-5158D221B45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319743" y="4766042"/>
            <a:ext cx="786954" cy="78695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DF85929-EE22-E14A-1BF6-F3E0B185AFF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60251" y="4766042"/>
            <a:ext cx="786954" cy="786954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F8DD2B9-48EB-947B-F1C0-4BFC471238D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56917" y="4759521"/>
            <a:ext cx="786954" cy="7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0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FD903-3523-2918-E9B6-04FA60B04E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Misc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C7793-0CFB-D363-7BE1-1FD72B40BF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Cross Sell USD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5F568-406F-2F0C-6972-A00C63248C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Pricing USD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E1794-3FEC-4A52-A3E3-3C1C7661A5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Pricing Update USD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C215D-BE07-811C-C688-5F6393C8CC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Pricing Refresh USD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86F8C3-5919-D4C9-2EB0-DED0827254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Currency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88FE4F-6488-A3ED-EF91-BAF6558CE5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Currency Growth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E81F24-A2CB-677D-1061-449180321D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List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FCD574-B2D8-7030-6C89-16E1FD5D6B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Document 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DFFC5A-16F7-6094-4D10-7161937AC2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Document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AA8B35-58EE-48F4-E4EA-FC1511FBDE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Document 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F7E174-CC39-4BF3-F525-63713CD8462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Document 4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8395FF-14EA-0CA6-61DD-D4BFB0EEB1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Document 5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22E0B6D-68A6-D817-2C9A-46FC0C9FF4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PDF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96B49AF-3720-5723-852B-382F41F70C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Zip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FA33A04-40AF-E4BA-FB9E-8536F08425A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Case Study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51A202-456B-0A4B-1132-A63BC4CBF2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Solution Brief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E8DD508-E787-C97A-FED5-D8A3DD373B2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Analyst Report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7C571B4-9539-8F2A-0075-8E1B402117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White Paper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0F3B50F-0618-BEB0-CA59-B19CCEA223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Data Sheet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37DD5F7-683C-AEFF-133D-2DA6C2E222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Certificate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97EE826-6619-F4D9-4AB6-B6B8F34312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Bonus Letter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D3CA26A-974C-5E39-F1CA-4507422B0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830" y="1392477"/>
            <a:ext cx="786384" cy="78638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4D1A86C-3BA0-973D-3A07-147A42EBC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7728" y="1362331"/>
            <a:ext cx="786954" cy="78695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96B4F61-89AE-8E7C-BCF2-EF4F7E15C3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8911" y="1362331"/>
            <a:ext cx="786954" cy="78695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235AF7D-0356-CBE5-E14F-9E45541C6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4919" y="1382288"/>
            <a:ext cx="774091" cy="77409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EE834FB-3CD7-91F7-B1DD-AE45419B4C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41202" y="1405665"/>
            <a:ext cx="774091" cy="77409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22C66B2B-91A0-1C24-A9D3-3176B609FD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5350" y="1354502"/>
            <a:ext cx="774091" cy="77409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F8FD063-CA7F-BB35-059E-D1A1B2D84FC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0838" y="3048381"/>
            <a:ext cx="777240" cy="77724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F1A44954-2B67-0628-A2BF-25091ECAED8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14660" y="3041954"/>
            <a:ext cx="774091" cy="7740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AF5C2DA-BEBB-0213-FCB2-DCD7BA16D1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68073" y="3051530"/>
            <a:ext cx="774091" cy="77409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4F04365-6FA8-F4CF-0E75-7160EA14B2B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4078" y="3130400"/>
            <a:ext cx="774091" cy="77409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AF0BB6E-B8E8-B22B-03A2-F9F391927D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55007" y="3130400"/>
            <a:ext cx="774091" cy="77409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07791CE0-24A2-6C01-7F19-EC0EB0338F7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463974" y="1434812"/>
            <a:ext cx="774091" cy="77409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06E5EFA-FA1D-4558-79AD-F2C9D354DE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80" y="3105117"/>
            <a:ext cx="774091" cy="77409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34BBF10-7984-2462-F30E-35D672BAB3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01457" y="3105116"/>
            <a:ext cx="774091" cy="77409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0B3A55F-AE02-237F-A28E-E1167EB4A03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65367" y="4715183"/>
            <a:ext cx="774089" cy="77408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27C3796-3D1F-5B26-5DA8-94F52E8DD56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38599" y="4687648"/>
            <a:ext cx="774089" cy="774089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B8AD2E2-1DE5-681F-F1CA-94CC41A03E1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45139" y="4651356"/>
            <a:ext cx="774089" cy="774089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8721E501-F980-8D1E-213B-6EE5EE08DEC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25746" y="4718199"/>
            <a:ext cx="774089" cy="7740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26BBF63-C227-102C-BD29-B8453D5E7FB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63071" y="4724509"/>
            <a:ext cx="774089" cy="77408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26934E5-E5B1-9D48-301D-EC029A44055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69857" y="4711063"/>
            <a:ext cx="774090" cy="77409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E9006E2-662C-4071-6F62-7EB1DFC7426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63346" y="4653912"/>
            <a:ext cx="774090" cy="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1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6229F1-5582-24C8-B818-85514AA276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Misc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8827B-F6E7-6948-8582-214234BD82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Megaphone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CFB2D-E71D-DF87-094E-1D0DB0FF4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Booth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56AB3-8190-EEBC-E290-A36AF43BB6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Presentation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12CE85-E52F-5875-C61D-4CD2E2C314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Presentation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750434-0806-E1E4-DAB2-421785DEFB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Video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DF8721-DB12-41D3-FE7F-5704801311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468A23-6F2B-D4D0-250C-891B57A4B9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Conversation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468AEB-B8E0-5EAD-CEC9-B900B276B8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Book 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49695A-BE94-F7DC-FCCD-E8474C1549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Book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9B0810-C0F6-55DD-2780-E4B6F0CE6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Book 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716D38E-0CB4-65DC-F17F-BB1449CBDDC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Notes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D65310-8A2F-307A-F0C4-AF28ECB2A5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Email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790492-4A5C-1DBD-1CF9-16AF22D8E4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Webinar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C656721-204E-30B1-C3AF-75348E9303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Webpage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430A4C2-8930-3B0C-A493-80E5F4127B5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Compass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7854315-6115-5C06-1DD5-2F58F2E276D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Handshake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489A985-5C6C-EEC4-8125-F6C68EC43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4181" y="1517397"/>
            <a:ext cx="774089" cy="77408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6AC692-2994-FEEF-8500-617503B99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349" y="1420530"/>
            <a:ext cx="774089" cy="7740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2A4FB23-809A-E7E6-B430-79BE8FE9E9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964" y="4748278"/>
            <a:ext cx="774089" cy="77408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A2FC6BF-492D-E342-D51C-749DBA50AD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5147" y="4763832"/>
            <a:ext cx="774089" cy="77408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F348D42F-81CE-23A8-804A-D59DC6FF57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92600" y="1431484"/>
            <a:ext cx="774090" cy="77409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1B55A32-2288-1D12-3565-8FCBF3A600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18167" y="1446835"/>
            <a:ext cx="774090" cy="77409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8C57E08-FB20-1C88-8E6B-598D3F22CB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29651" y="1412748"/>
            <a:ext cx="774090" cy="77409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8A87733-10D0-62AF-95C5-4732A7350B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76242" y="1452888"/>
            <a:ext cx="774090" cy="77409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566C8DB-F427-379B-F191-2F1C74AB07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55776" y="1484183"/>
            <a:ext cx="774090" cy="77409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D6EA8C-41A0-71D0-95C9-AA85AC2762E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1702" y="3141523"/>
            <a:ext cx="774090" cy="77409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CF115BD-9A85-343F-9ED0-5B19BEF49D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96453" y="3126787"/>
            <a:ext cx="774090" cy="77409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521684D-6A5F-F226-A77F-B6135BC68B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26470" y="3223257"/>
            <a:ext cx="774090" cy="77409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56D00D4-DFC2-707A-3688-CF3BDC0E643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705854" y="3180852"/>
            <a:ext cx="774090" cy="77409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D0D3524F-2D0E-2CFF-5BA0-FB2D0FF16B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3302" y="3173754"/>
            <a:ext cx="774090" cy="77409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B20AE8A-8B04-DDE7-3CF2-8FB861A3272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859676" y="3157234"/>
            <a:ext cx="774090" cy="77409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CBDDBDF5-6C96-3BDD-C00D-8DE64281669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430435" y="3122289"/>
            <a:ext cx="774090" cy="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9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27BB9-6DD5-87D1-D948-5D180240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Verticals</a:t>
            </a:r>
          </a:p>
        </p:txBody>
      </p:sp>
    </p:spTree>
    <p:extLst>
      <p:ext uri="{BB962C8B-B14F-4D97-AF65-F5344CB8AC3E}">
        <p14:creationId xmlns:p14="http://schemas.microsoft.com/office/powerpoint/2010/main" val="863220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B0553-65CA-3D4D-B539-1F8E7A172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351" y="398928"/>
            <a:ext cx="8405486" cy="381001"/>
          </a:xfrm>
        </p:spPr>
        <p:txBody>
          <a:bodyPr/>
          <a:lstStyle/>
          <a:p>
            <a:r>
              <a:rPr lang="en-US"/>
              <a:t>Verticals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AE8F8-8D23-F24A-9AF3-B9095690E0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51" y="2255526"/>
            <a:ext cx="1396530" cy="276998"/>
          </a:xfrm>
        </p:spPr>
        <p:txBody>
          <a:bodyPr/>
          <a:lstStyle/>
          <a:p>
            <a:r>
              <a:rPr lang="en-US"/>
              <a:t>Federal Gov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AE8CE-DDD6-F843-8CAA-26E3F2E19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2834" y="2255526"/>
            <a:ext cx="1396530" cy="276998"/>
          </a:xfrm>
        </p:spPr>
        <p:txBody>
          <a:bodyPr/>
          <a:lstStyle/>
          <a:p>
            <a:r>
              <a:rPr lang="en-US"/>
              <a:t>Healthcare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B729DD-5D38-7F4B-85E8-8D05D47CAB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64017" y="2255526"/>
            <a:ext cx="1396530" cy="276998"/>
          </a:xfrm>
        </p:spPr>
        <p:txBody>
          <a:bodyPr/>
          <a:lstStyle/>
          <a:p>
            <a:r>
              <a:rPr lang="en-US"/>
              <a:t>Higher Education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A0DE1-E325-EC40-B3C4-2F165A6D59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65200" y="2255526"/>
            <a:ext cx="1396530" cy="276998"/>
          </a:xfrm>
        </p:spPr>
        <p:txBody>
          <a:bodyPr/>
          <a:lstStyle/>
          <a:p>
            <a:r>
              <a:rPr lang="en-US"/>
              <a:t>Hospitality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51BD4-454F-5F40-9B91-5802955C63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3789" y="2257507"/>
            <a:ext cx="1396530" cy="276998"/>
          </a:xfrm>
        </p:spPr>
        <p:txBody>
          <a:bodyPr/>
          <a:lstStyle/>
          <a:p>
            <a:r>
              <a:rPr lang="en-US"/>
              <a:t>K-12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8FF52-1A34-DC4B-A200-129F495F30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72" y="2257507"/>
            <a:ext cx="1396530" cy="276998"/>
          </a:xfrm>
        </p:spPr>
        <p:txBody>
          <a:bodyPr/>
          <a:lstStyle/>
          <a:p>
            <a:r>
              <a:rPr lang="en-US"/>
              <a:t>Retail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7ACF2-BF82-AD4C-87D1-9036BEBC41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46155" y="2257507"/>
            <a:ext cx="1396530" cy="276998"/>
          </a:xfrm>
        </p:spPr>
        <p:txBody>
          <a:bodyPr/>
          <a:lstStyle/>
          <a:p>
            <a:r>
              <a:rPr lang="en-US"/>
              <a:t>Service Provider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86E955-EE86-AE43-8C30-65D1E3DEF9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1651" y="3952961"/>
            <a:ext cx="1396530" cy="276998"/>
          </a:xfrm>
        </p:spPr>
        <p:txBody>
          <a:bodyPr/>
          <a:lstStyle/>
          <a:p>
            <a:r>
              <a:rPr lang="en-US"/>
              <a:t>Sports And</a:t>
            </a:r>
            <a:br>
              <a:rPr lang="en-US"/>
            </a:br>
            <a:r>
              <a:rPr lang="en-US"/>
              <a:t>Entertainment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72F4C06-286C-3E41-8A64-DD907A9BB2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62834" y="3952961"/>
            <a:ext cx="1396530" cy="276998"/>
          </a:xfrm>
        </p:spPr>
        <p:txBody>
          <a:bodyPr/>
          <a:lstStyle/>
          <a:p>
            <a:r>
              <a:rPr lang="en-US"/>
              <a:t>State and Local Government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8774C99D-19D7-FF9B-B48E-8A0CA7B9EF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64017" y="3952961"/>
            <a:ext cx="1396530" cy="276998"/>
          </a:xfrm>
        </p:spPr>
        <p:txBody>
          <a:bodyPr/>
          <a:lstStyle/>
          <a:p>
            <a:r>
              <a:rPr lang="en-US"/>
              <a:t>Manufacturing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55490726-55BC-9644-B7F7-05085FED9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648" y="1464355"/>
            <a:ext cx="837180" cy="83718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B7DDA57-6EEC-314C-BF10-A4015D428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5375" y="1464355"/>
            <a:ext cx="837180" cy="83718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B06F4C1-6A7C-F349-845F-37CA3E7C93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6767" y="1464355"/>
            <a:ext cx="837180" cy="83718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A640BB5-A3E6-7343-A742-E157460709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8785" y="1464355"/>
            <a:ext cx="837180" cy="83718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7D885D7-FD48-684E-8839-6C3AA17835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4761" y="1464355"/>
            <a:ext cx="837180" cy="83718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6A0C266-0A03-4B4A-AEFB-E0642F96CF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86767" y="3039206"/>
            <a:ext cx="837180" cy="83718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BE7A3ED-0260-0646-8F2B-B320DB5ADD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24647" y="1464355"/>
            <a:ext cx="837180" cy="83718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2A73428C-9CE9-4046-9085-8D92F10CAA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25830" y="1464355"/>
            <a:ext cx="837180" cy="83718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E2386557-1FC8-484A-A7B6-7302B9BE1AE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1326" y="3039206"/>
            <a:ext cx="837180" cy="83718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ABF2091-8C95-4F45-83D8-0E5C591E161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42509" y="3039206"/>
            <a:ext cx="837180" cy="83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98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87DC5-1527-6C08-DA8C-F9E365ABF6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Verticals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1E783-EDC6-5958-D160-9BA6456044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Stethoscope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58155-DE6F-E9D9-2E7E-E21324532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Global Healthcare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319B8-B778-6AB2-A383-838BFFF0D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71CC73-5EFC-4FCB-D84E-67BBB14A16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MRI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C6BB98-4FC9-5AAC-7A97-2857C70BCD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Mask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6E7523-096F-360B-9BD4-FC0A53B24E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Patient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9F3778-9657-4D14-CD24-C9FA9E912A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Infusion Pump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CEC6EC-786B-629F-5F26-06AE55CC0C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Brain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098C9C-1D85-78DD-152E-AF9C1C8F04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Hospital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65ED6A-3545-4658-BD65-371971C858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Esports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AE48AD-C7D5-6A27-C32A-85E84FFA0E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Basketball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650270-9FA9-504F-A56C-2FCD7B90009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Basketball Court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61F0FEC-B650-9B13-210F-6BCC23294A4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Baseball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EB13F2-CE6C-B451-0C0E-D18BCB7D23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Baseball Diamond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DD07DB7-E9EE-9FBA-1F26-6249DBE606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err="1"/>
              <a:t>Footbal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461E71E-F2D6-1678-5224-50EF4E12AE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Stadium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A3474B3-14EC-EC22-2708-F2CBB2074D4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Hockey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CC4D94F-55C2-FC6B-6FA8-261DE5C59D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Soccer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C2DC5DE-93B5-037A-0F67-1B0ACD4D791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Playbook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B0D6F6D-097B-5552-31B0-26490203FE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Foam Finger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44C5963-53A2-D53E-A9FE-DC11583FFF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Bus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1EFB1AB-26C0-9997-BF34-492DBAB51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40" y="1333623"/>
            <a:ext cx="923425" cy="9234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6FBE569-D6B9-CC86-2E20-7E62DCD0E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0745" y="1284714"/>
            <a:ext cx="923425" cy="9234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BE0B826-A5C2-D1F7-7D86-172789271F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8500" y="1333623"/>
            <a:ext cx="923425" cy="9234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41780289-01DD-00A8-D754-26375029C9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6013" y="1333623"/>
            <a:ext cx="923425" cy="9234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DDAC696-270A-92B9-2B9A-3A98787994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75784" y="1333623"/>
            <a:ext cx="923425" cy="92342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732B8C8-7DDD-54EE-C04C-E4B0528603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1524" y="1333623"/>
            <a:ext cx="923425" cy="92342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446E15AB-D0F7-19C1-0BA0-4051F9BEC9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85441" y="1333623"/>
            <a:ext cx="923425" cy="92342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E62F659-52F6-317C-30BA-BADC38FEC3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8565" y="3041623"/>
            <a:ext cx="923425" cy="92342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5C817AB-B5CC-E0CF-512B-6229273899D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79158" y="3041623"/>
            <a:ext cx="923425" cy="92342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11AE16A-8047-DE7C-7048-AB57AEABC7C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7197" y="3041623"/>
            <a:ext cx="923425" cy="92342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25DBF34-FD0B-D0C7-825E-30C79D7B44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81524" y="3041623"/>
            <a:ext cx="923425" cy="92342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26005B6-1246-5A47-9558-46E9489C448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375851" y="3041623"/>
            <a:ext cx="923425" cy="92342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AAAD396-C80B-EA47-1821-6BCE0C7D830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61184" y="4660015"/>
            <a:ext cx="923425" cy="92342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45FAF94C-31EC-23B3-EC82-4AAB9876D7A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427846" y="4660015"/>
            <a:ext cx="923425" cy="92342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FEF073C-A539-E20B-856D-9BCE2D3979B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26096" y="4660015"/>
            <a:ext cx="923425" cy="92342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64D49B1-D2E7-C584-E9CA-330FF1836D1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04685" y="4660015"/>
            <a:ext cx="923425" cy="92342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D4FA695-865D-6669-C0D6-B3C5CD46A1F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139955" y="4660015"/>
            <a:ext cx="923425" cy="92342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A3FBD13-55F7-F577-2841-79B3C45DACB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81524" y="4660015"/>
            <a:ext cx="923425" cy="92342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E0F019A-1EF8-3B1D-3F0C-367DA478155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382707" y="4660015"/>
            <a:ext cx="923425" cy="923425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6D2F5CD2-0C23-D49C-6C55-C187797EFB2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424927" y="3012189"/>
            <a:ext cx="855824" cy="85582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75231393-E715-B7FA-CA22-F071F285C66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54621" y="3084722"/>
            <a:ext cx="855824" cy="85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9D97FE-ADA3-8707-2C79-53ABA2EF42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Verticals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7FEE2-922E-E440-F6E9-CB9F4464B9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Slot Machine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902B2-7A66-74D0-E638-9444C545A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Barcode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9E862-987F-402E-F792-6F2423FC2A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Scales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C0747D-8E99-5EF0-536E-D47258630A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Luggage Cart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51E0B7-6AFA-7CEC-9485-C1C0B6176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Hotel Bed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78A9E5-2068-254C-B8DD-B940DC8D91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Box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E7847E-00EE-8272-BEBE-9386BBEFFE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Whistle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B7430F-D0FF-7AA6-77EA-0F8B7991CE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Traffic Light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0D634F-734A-2D88-B29D-51BB00413D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School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84B263-17F4-43FB-176A-F9EAC9E42E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Pencil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4A49F3-FD1A-4670-49E9-C30C402495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Ship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030FD6-621F-D6D5-64F2-F5BC1BDE46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Plane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B5F6CFC-0E4A-DC09-A7C9-87809764B2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Car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017689F-1837-DC7F-A408-590319A3C3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Bike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141B32-94C9-0D7F-EA37-F543CCA491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Festival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1852DD-7B76-9884-6257-24806C3E15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Sustainability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6B8172D-22C8-9A76-6472-0A7161E8F8A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Recycling 1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5E43BF-3BFB-850F-178F-B5B167C7553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Recycling 2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1ABCEF4-016C-37BC-E91E-C665135CB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1" y="1285975"/>
            <a:ext cx="923425" cy="9234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E401411-03A9-CFC8-6347-67B2180AC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3136" y="1339028"/>
            <a:ext cx="855824" cy="85582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303FF93-82D7-F772-FB07-DE46A9D7D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2193" y="1329039"/>
            <a:ext cx="855824" cy="85582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C80421E-2FB5-4387-7D7D-179F552D22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3376" y="1265889"/>
            <a:ext cx="855824" cy="85582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5C15480-8B23-AE6A-97B2-55AF83FBD1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73436" y="1326318"/>
            <a:ext cx="855824" cy="85582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AF6C008-ADC5-34BA-08CA-A8EFDA2C9B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73695" y="3024381"/>
            <a:ext cx="855824" cy="85582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1613A3E-5D00-63A2-350A-D2F6EF4945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85808" y="3018016"/>
            <a:ext cx="855824" cy="85582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D0D9BF8-FC05-7031-594A-5D6E48BA6E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9622" y="3045424"/>
            <a:ext cx="855824" cy="85582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E5C6C0A-5E7D-2A6E-F390-49B98F16ADA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13296" y="1385652"/>
            <a:ext cx="855824" cy="85582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ABC8FC8-9078-6768-79E9-97372A05ACD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3548" y="2944864"/>
            <a:ext cx="855824" cy="85582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03E44AE4-34BF-D431-A84F-C3980AC660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30698" y="2987021"/>
            <a:ext cx="855824" cy="85582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86B0F9F-8D35-ED80-ADB5-8EDBD18F000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70221" y="3005242"/>
            <a:ext cx="855824" cy="85582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5E11C3D2-F132-0B0F-EEBF-88D646997CF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488970" y="3010237"/>
            <a:ext cx="855824" cy="85582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39C767F-CB26-A887-4AF3-1078B21F60D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87239" y="1406827"/>
            <a:ext cx="855824" cy="85582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78AD6651-6224-FB9F-09A2-1E5B8B32C4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372310" y="4759627"/>
            <a:ext cx="855824" cy="85582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15BD7FA-E5F0-6444-9EB5-73B6E09D923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88504" y="4759627"/>
            <a:ext cx="855824" cy="85582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24C9C08-8A11-2A6B-2BD9-66BAC3D3022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04200" y="4759627"/>
            <a:ext cx="855824" cy="855824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0B6EFE7-AE2D-66B3-CA68-B3DBAAAA8C7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49918" y="4759627"/>
            <a:ext cx="855824" cy="85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19352"/>
      </p:ext>
    </p:extLst>
  </p:cSld>
  <p:clrMapOvr>
    <a:masterClrMapping/>
  </p:clrMapOvr>
</p:sld>
</file>

<file path=ppt/theme/theme1.xml><?xml version="1.0" encoding="utf-8"?>
<a:theme xmlns:a="http://schemas.openxmlformats.org/drawingml/2006/main" name="Extreme Corporate PPT">
  <a:themeElements>
    <a:clrScheme name="Extreme">
      <a:dk1>
        <a:srgbClr val="000000"/>
      </a:dk1>
      <a:lt1>
        <a:srgbClr val="FFFFFF"/>
      </a:lt1>
      <a:dk2>
        <a:srgbClr val="20004C"/>
      </a:dk2>
      <a:lt2>
        <a:srgbClr val="E5E5E5"/>
      </a:lt2>
      <a:accent1>
        <a:srgbClr val="5B059C"/>
      </a:accent1>
      <a:accent2>
        <a:srgbClr val="7D76F2"/>
      </a:accent2>
      <a:accent3>
        <a:srgbClr val="9CE0F1"/>
      </a:accent3>
      <a:accent4>
        <a:srgbClr val="7519F9"/>
      </a:accent4>
      <a:accent5>
        <a:srgbClr val="240691"/>
      </a:accent5>
      <a:accent6>
        <a:srgbClr val="0F82F3"/>
      </a:accent6>
      <a:hlink>
        <a:srgbClr val="FE8DEE"/>
      </a:hlink>
      <a:folHlink>
        <a:srgbClr val="CB71C0"/>
      </a:folHlink>
    </a:clrScheme>
    <a:fontScheme name="Extreme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45720" algn="l">
          <a:defRPr sz="1300" dirty="0" smtClean="0"/>
        </a:defPPr>
      </a:lstStyle>
    </a:txDef>
  </a:objectDefaults>
  <a:extraClrSchemeLst/>
  <a:custClrLst>
    <a:custClr name="Indigo">
      <a:srgbClr val="20004C"/>
    </a:custClr>
    <a:custClr name="Purple">
      <a:srgbClr val="5B059C"/>
    </a:custClr>
    <a:custClr name="Violet">
      <a:srgbClr val="7519F9"/>
    </a:custClr>
    <a:custClr name="Steel">
      <a:srgbClr val="7D76F2"/>
    </a:custClr>
    <a:custClr name="Cobalt">
      <a:srgbClr val="240691"/>
    </a:custClr>
    <a:custClr name="Royal">
      <a:srgbClr val="0F82F4"/>
    </a:custClr>
    <a:custClr name="Teal">
      <a:srgbClr val="9CE0F1"/>
    </a:custClr>
    <a:custClr name="Fuscia">
      <a:srgbClr val="FE8DEE"/>
    </a:custClr>
    <a:custClr name="Amber">
      <a:srgbClr val="FFC000"/>
    </a:custClr>
    <a:custClr name="Emerald">
      <a:srgbClr val="00B050"/>
    </a:custClr>
  </a:custClrLst>
  <a:extLst>
    <a:ext uri="{05A4C25C-085E-4340-85A3-A5531E510DB2}">
      <thm15:themeFamily xmlns:thm15="http://schemas.microsoft.com/office/thememl/2012/main" name="Extreme Corporate PPT" id="{B108AD7C-D057-DE49-83B3-043FE9B85421}" vid="{E533F0F3-0F36-CE44-A487-248184775F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48cb07-23e5-4d7f-9600-e430712698c1" xsi:nil="true"/>
    <lcf76f155ced4ddcb4097134ff3c332f xmlns="e069777a-6ab2-4b7e-8168-d6aeeb22beb1">
      <Terms xmlns="http://schemas.microsoft.com/office/infopath/2007/PartnerControls"/>
    </lcf76f155ced4ddcb4097134ff3c332f>
    <Note xmlns="e069777a-6ab2-4b7e-8168-d6aeeb22beb1" xsi:nil="true"/>
    <AdditionalInfo xmlns="e069777a-6ab2-4b7e-8168-d6aeeb22be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87215E415B3A40A1FB5913110639D4" ma:contentTypeVersion="21" ma:contentTypeDescription="Create a new document." ma:contentTypeScope="" ma:versionID="c64e57420e11ae26c851541169be5b01">
  <xsd:schema xmlns:xsd="http://www.w3.org/2001/XMLSchema" xmlns:xs="http://www.w3.org/2001/XMLSchema" xmlns:p="http://schemas.microsoft.com/office/2006/metadata/properties" xmlns:ns2="e069777a-6ab2-4b7e-8168-d6aeeb22beb1" xmlns:ns3="c148cb07-23e5-4d7f-9600-e430712698c1" targetNamespace="http://schemas.microsoft.com/office/2006/metadata/properties" ma:root="true" ma:fieldsID="7f9a4f98e85be3bdd5413a8c5de1529a" ns2:_="" ns3:_="">
    <xsd:import namespace="e069777a-6ab2-4b7e-8168-d6aeeb22beb1"/>
    <xsd:import namespace="c148cb07-23e5-4d7f-9600-e430712698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AdditionalInfo" minOccurs="0"/>
                <xsd:element ref="ns2:Not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9777a-6ab2-4b7e-8168-d6aeeb22be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AdditionalInfo" ma:index="21" nillable="true" ma:displayName="Additional Info" ma:description="The last element with Cristian was the best, as he talked about music and tech, and how learning one affects the other. &#10;" ma:format="Dropdown" ma:internalName="AdditionalInfo">
      <xsd:simpleType>
        <xsd:restriction base="dms:Note">
          <xsd:maxLength value="255"/>
        </xsd:restriction>
      </xsd:simpleType>
    </xsd:element>
    <xsd:element name="Note" ma:index="22" nillable="true" ma:displayName="Comments" ma:format="Dropdown" ma:internalName="Note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3c0e211-03aa-4bd6-8230-25cc4e1961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8cb07-23e5-4d7f-9600-e430712698c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c5c230c-f89c-44c5-9d71-7c004a7be238}" ma:internalName="TaxCatchAll" ma:showField="CatchAllData" ma:web="c148cb07-23e5-4d7f-9600-e430712698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3CF41E-1DE1-4974-AD57-E5186F1713C8}">
  <ds:schemaRefs>
    <ds:schemaRef ds:uri="http://www.w3.org/XML/1998/namespace"/>
    <ds:schemaRef ds:uri="c148cb07-23e5-4d7f-9600-e430712698c1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069777a-6ab2-4b7e-8168-d6aeeb22beb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41CCE5E-7B7A-464E-9F59-3B88EB7A2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71EEA0-B732-4DB2-AD47-CEBBD8460DEB}">
  <ds:schemaRefs>
    <ds:schemaRef ds:uri="c148cb07-23e5-4d7f-9600-e430712698c1"/>
    <ds:schemaRef ds:uri="e069777a-6ab2-4b7e-8168-d6aeeb22be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Extreme Corporate PPT</Template>
  <TotalTime>0</TotalTime>
  <Words>530</Words>
  <Application>Microsoft Macintosh PowerPoint</Application>
  <PresentationFormat>Widescreen</PresentationFormat>
  <Paragraphs>311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Montserrat</vt:lpstr>
      <vt:lpstr>Calibri</vt:lpstr>
      <vt:lpstr>DM Sans 14pt</vt:lpstr>
      <vt:lpstr>Arial</vt:lpstr>
      <vt:lpstr>DM Sans</vt:lpstr>
      <vt:lpstr>Extreme Corporate PPT</vt:lpstr>
      <vt:lpstr>Icon Library 2025 </vt:lpstr>
      <vt:lpstr>Devices/General Networking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Extreme Products and Solutions</vt:lpstr>
      <vt:lpstr>PowerPoint Presentation</vt:lpstr>
      <vt:lpstr>Location</vt:lpstr>
      <vt:lpstr>PowerPoint Presentation</vt:lpstr>
      <vt:lpstr>Social Media</vt:lpstr>
      <vt:lpstr>PowerPoint Presentation</vt:lpstr>
      <vt:lpstr>Misc.</vt:lpstr>
      <vt:lpstr>PowerPoint Presentation</vt:lpstr>
      <vt:lpstr>PowerPoint Presentation</vt:lpstr>
      <vt:lpstr>PowerPoint Presentation</vt:lpstr>
      <vt:lpstr>PowerPoint Presentation</vt:lpstr>
      <vt:lpstr>Verticals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FY21 ICON LIBRARY</dc:title>
  <dc:creator>Tiana Carbone</dc:creator>
  <cp:lastModifiedBy>Jessica Johnson</cp:lastModifiedBy>
  <cp:revision>1</cp:revision>
  <dcterms:created xsi:type="dcterms:W3CDTF">2021-10-18T13:35:58Z</dcterms:created>
  <dcterms:modified xsi:type="dcterms:W3CDTF">2025-07-16T19:24:07Z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0x0101003587215E415B3A40A1FB5913110639D4</vt:lpwstr>
  </property>
  <property fmtid="{D5CDD505-2E9C-101B-9397-08002B2CF9AE}" pid="3" name="MediaServiceImageTags">
    <vt:lpwstr/>
  </property>
</Properties>
</file>